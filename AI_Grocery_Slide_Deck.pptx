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_80000000_BD758D25.xml" ContentType="application/vnd.openxmlformats-officedocument.presentationml.slideMaster+xml"/>
  <Override PartName="/ppt/slides/slide_A01_2B1D9647.xml" ContentType="application/vnd.openxmlformats-officedocument.presentationml.slide+xml"/>
  <Override PartName="/ppt/slides/slide_A02_2FEF6A1A.xml" ContentType="application/vnd.openxmlformats-officedocument.presentationml.slide+xml"/>
  <Override PartName="/ppt/slides/slide_A03_C7673186.xml" ContentType="application/vnd.openxmlformats-officedocument.presentationml.slide+xml"/>
  <Override PartName="/ppt/slides/slide_A04_E0E43A0F.xml" ContentType="application/vnd.openxmlformats-officedocument.presentationml.slide+xml"/>
  <Override PartName="/ppt/slides/slide_A05_511B9EEC.xml" ContentType="application/vnd.openxmlformats-officedocument.presentationml.slide+xml"/>
  <Override PartName="/ppt/slides/slide_A06_23105925.xml" ContentType="application/vnd.openxmlformats-officedocument.presentationml.slide+xml"/>
  <Override PartName="/ppt/slides/slide_A07_E0666723.xml" ContentType="application/vnd.openxmlformats-officedocument.presentationml.slide+xml"/>
  <Override PartName="/ppt/slides/slide_A08_5F268F38.xml" ContentType="application/vnd.openxmlformats-officedocument.presentationml.slide+xml"/>
  <Override PartName="/ppt/slides/slide_A09_49EC85ED.xml" ContentType="application/vnd.openxmlformats-officedocument.presentationml.slide+xml"/>
  <Override PartName="/ppt/slides/slide_A0A_B7099B42.xml" ContentType="application/vnd.openxmlformats-officedocument.presentationml.slide+xml"/>
  <Override PartName="/ppt/slides/slide_A0B_D468C654.xml" ContentType="application/vnd.openxmlformats-officedocument.presentationml.slide+xml"/>
  <Override PartName="/ppt/slides/slide_A0C_8B716DCF.xml" ContentType="application/vnd.openxmlformats-officedocument.presentationml.slide+xml"/>
  <Override PartName="/ppt/notesMasters/notesMaster_0_994AF97D.xml" ContentType="application/vnd.openxmlformats-officedocument.presentationml.notesMaster+xml"/>
  <Override PartName="/ppt/presProps.xml" ContentType="application/vnd.openxmlformats-officedocument.presentationml.presProps+xml"/>
  <Override PartName="/ppt/theme/theme_80000000_BD758D25.xml" ContentType="application/vnd.openxmlformats-officedocument.theme+xml"/>
  <Override PartName="/ppt/tableStyles.xml" ContentType="application/vnd.openxmlformats-officedocument.presentationml.tableStyles+xml"/>
  <Override PartName="/ppt/slideLayouts/slideLayout_80000001_FD555977.xml" ContentType="application/vnd.openxmlformats-officedocument.presentationml.slideLayout+xml"/>
  <Override PartName="/ppt/slideLayouts/slideLayout_80000002_6578AF99.xml" ContentType="application/vnd.openxmlformats-officedocument.presentationml.slideLayout+xml"/>
  <Override PartName="/ppt/slideLayouts/slideLayout_80000003_FE674365.xml" ContentType="application/vnd.openxmlformats-officedocument.presentationml.slideLayout+xml"/>
  <Override PartName="/ppt/slideLayouts/slideLayout_80000004_B095ACE.xml" ContentType="application/vnd.openxmlformats-officedocument.presentationml.slideLayout+xml"/>
  <Override PartName="/ppt/slideLayouts/slideLayout_80000005_B95BC673.xml" ContentType="application/vnd.openxmlformats-officedocument.presentationml.slideLayout+xml"/>
  <Override PartName="/ppt/slideLayouts/slideLayout_80000006_E0CBC610.xml" ContentType="application/vnd.openxmlformats-officedocument.presentationml.slideLayout+xml"/>
  <Override PartName="/ppt/slideLayouts/slideLayout_80000007_1224224D.xml" ContentType="application/vnd.openxmlformats-officedocument.presentationml.slideLayout+xml"/>
  <Override PartName="/ppt/slideLayouts/slideLayout_80000008_57EC1379.xml" ContentType="application/vnd.openxmlformats-officedocument.presentationml.slideLayout+xml"/>
  <Override PartName="/ppt/slideLayouts/slideLayout_80000009_2E9EB4BD.xml" ContentType="application/vnd.openxmlformats-officedocument.presentationml.slideLayout+xml"/>
  <Override PartName="/ppt/slideLayouts/slideLayout_8000000A_7BC5CB5.xml" ContentType="application/vnd.openxmlformats-officedocument.presentationml.slideLayout+xml"/>
  <Override PartName="/ppt/slideLayouts/slideLayout_8000000B_DC9B73FA.xml" ContentType="application/vnd.openxmlformats-officedocument.presentationml.slideLayout+xml"/>
  <Override PartName="/ppt/slideLayouts/slideLayout_80000018_522DC11B.xml" ContentType="application/vnd.openxmlformats-officedocument.presentationml.slideLayout+xml"/>
  <Override PartName="/ppt/slideLayouts/slideLayout_80000019_8B2A220E.xml" ContentType="application/vnd.openxmlformats-officedocument.presentationml.slideLayout+xml"/>
  <Override PartName="/ppt/slideLayouts/slideLayout_8000001A_FE92FA3A.xml" ContentType="application/vnd.openxmlformats-officedocument.presentationml.slideLayout+xml"/>
  <Override PartName="/ppt/slideLayouts/slideLayout_8000001B_CE87F1C8.xml" ContentType="application/vnd.openxmlformats-officedocument.presentationml.slideLayout+xml"/>
  <Override PartName="/ppt/slideLayouts/slideLayout_8000001C_2D74F20B.xml" ContentType="application/vnd.openxmlformats-officedocument.presentationml.slideLayout+xml"/>
  <Override PartName="/ppt/slideLayouts/slideLayout_8000001D_5B99CE2D.xml" ContentType="application/vnd.openxmlformats-officedocument.presentationml.slideLayout+xml"/>
  <Override PartName="/ppt/slideLayouts/slideLayout_8000001E_94FA769F.xml" ContentType="application/vnd.openxmlformats-officedocument.presentationml.slideLayout+xml"/>
  <Override PartName="/ppt/slideLayouts/slideLayout_8000001F_DE876817.xml" ContentType="application/vnd.openxmlformats-officedocument.presentationml.slideLayout+xml"/>
  <Override PartName="/ppt/slideLayouts/slideLayout_80000020_906DCF21.xml" ContentType="application/vnd.openxmlformats-officedocument.presentationml.slideLayout+xml"/>
  <Override PartName="/ppt/slideLayouts/slideLayout_80000021_A234460A.xml" ContentType="application/vnd.openxmlformats-officedocument.presentationml.slideLayout+xml"/>
  <Override PartName="/ppt/slideLayouts/slideLayout_80000022_A2A9CEE0.xml" ContentType="application/vnd.openxmlformats-officedocument.presentationml.slideLayout+xml"/>
  <Override PartName="/ppt/slideLayouts/slideLayout_80000023_9B84B66C.xml" ContentType="application/vnd.openxmlformats-officedocument.presentationml.slideLayout+xml"/>
  <Override PartName="/ppt/slideLayouts/slideLayout_80000024_71712118.xml" ContentType="application/vnd.openxmlformats-officedocument.presentationml.slideLayout+xml"/>
  <Override PartName="/ppt/slideLayouts/slideLayout_80000025_686CC493.xml" ContentType="application/vnd.openxmlformats-officedocument.presentationml.slideLayout+xml"/>
  <Override PartName="/ppt/slideLayouts/slideLayout_80000026_86E4C837.xml" ContentType="application/vnd.openxmlformats-officedocument.presentationml.slideLayout+xml"/>
  <Override PartName="/ppt/slideLayouts/slideLayout_80000027_D71F517B.xml" ContentType="application/vnd.openxmlformats-officedocument.presentationml.slideLayout+xml"/>
  <Override PartName="/ppt/slideLayouts/slideLayout_80000028_E6E6BCFF.xml" ContentType="application/vnd.openxmlformats-officedocument.presentationml.slideLayout+xml"/>
  <Override PartName="/ppt/slideLayouts/slideLayout_80000029_19208ED7.xml" ContentType="application/vnd.openxmlformats-officedocument.presentationml.slideLayout+xml"/>
  <Override PartName="/ppt/slideLayouts/slideLayout_8000002A_C985D540.xml" ContentType="application/vnd.openxmlformats-officedocument.presentationml.slideLayout+xml"/>
  <Override PartName="/ppt/slideLayouts/slideLayout_8000002B_FA4A8243.xml" ContentType="application/vnd.openxmlformats-officedocument.presentationml.slideLayout+xml"/>
  <Override PartName="/ppt/slideLayouts/slideLayout_8000002C_71A60BA5.xml" ContentType="application/vnd.openxmlformats-officedocument.presentationml.slideLayout+xml"/>
  <Override PartName="/ppt/slideLayouts/slideLayout_8000002D_C7AF8BB1.xml" ContentType="application/vnd.openxmlformats-officedocument.presentationml.slideLayout+xml"/>
  <Override PartName="/ppt/slideLayouts/slideLayout_8000002E_840D7D0.xml" ContentType="application/vnd.openxmlformats-officedocument.presentationml.slideLayout+xml"/>
  <Override PartName="/ppt/slideLayouts/slideLayout_8000002F_7BA91FA.xml" ContentType="application/vnd.openxmlformats-officedocument.presentationml.slideLayout+xml"/>
  <Override PartName="/ppt/slideLayouts/slideLayout_80000030_49D74431.xml" ContentType="application/vnd.openxmlformats-officedocument.presentationml.slideLayout+xml"/>
  <Override PartName="/ppt/slideLayouts/slideLayout_80000031_DBB714A1.xml" ContentType="application/vnd.openxmlformats-officedocument.presentationml.slideLayout+xml"/>
  <Override PartName="/ppt/slideLayouts/slideLayout_80000032_B120391A.xml" ContentType="application/vnd.openxmlformats-officedocument.presentationml.slideLayout+xml"/>
  <Override PartName="/ppt/slideLayouts/slideLayout_80000033_9475F706.xml" ContentType="application/vnd.openxmlformats-officedocument.presentationml.slideLayout+xml"/>
  <Override PartName="/ppt/slideLayouts/slideLayout_80000034_75528FBD.xml" ContentType="application/vnd.openxmlformats-officedocument.presentationml.slideLayout+xml"/>
  <Override PartName="/ppt/slideLayouts/slideLayout_80000035_BC7D4214.xml" ContentType="application/vnd.openxmlformats-officedocument.presentationml.slideLayout+xml"/>
  <Override PartName="/ppt/slideLayouts/slideLayout_80000036_6A78884A.xml" ContentType="application/vnd.openxmlformats-officedocument.presentationml.slideLayout+xml"/>
  <Override PartName="/ppt/slideLayouts/slideLayout_80000037_25984681.xml" ContentType="application/vnd.openxmlformats-officedocument.presentationml.slideLayout+xml"/>
  <Override PartName="/ppt/slideLayouts/slideLayout_80000038_FFD0E306.xml" ContentType="application/vnd.openxmlformats-officedocument.presentationml.slideLayout+xml"/>
  <Override PartName="/ppt/slideLayouts/slideLayout_80000039_F3EE73F8.xml" ContentType="application/vnd.openxmlformats-officedocument.presentationml.slideLayout+xml"/>
  <Override PartName="/ppt/slideLayouts/slideLayout_8000003A_4CD7214B.xml" ContentType="application/vnd.openxmlformats-officedocument.presentationml.slideLayout+xml"/>
  <Override PartName="/ppt/slideLayouts/slideLayout_8000003B_701A2E83.xml" ContentType="application/vnd.openxmlformats-officedocument.presentationml.slideLayout+xml"/>
  <Override PartName="/ppt/slideLayouts/slideLayout_8000003C_3CB58407.xml" ContentType="application/vnd.openxmlformats-officedocument.presentationml.slideLayout+xml"/>
  <Override PartName="/ppt/slideLayouts/slideLayout_8000003D_CAC9248B.xml" ContentType="application/vnd.openxmlformats-officedocument.presentationml.slideLayout+xml"/>
  <Override PartName="/ppt/slideLayouts/slideLayout_8000003E_BC0057CF.xml" ContentType="application/vnd.openxmlformats-officedocument.presentationml.slideLayout+xml"/>
  <Override PartName="/ppt/slideLayouts/slideLayout_8000003F_74DAC0DC.xml" ContentType="application/vnd.openxmlformats-officedocument.presentationml.slideLayout+xml"/>
  <Override PartName="/ppt/slideLayouts/slideLayout_80000040_7B624A21.xml" ContentType="application/vnd.openxmlformats-officedocument.presentationml.slideLayout+xml"/>
  <Override PartName="/ppt/slideLayouts/slideLayout_80000041_59D72170.xml" ContentType="application/vnd.openxmlformats-officedocument.presentationml.slideLayout+xml"/>
  <Override PartName="/ppt/slideLayouts/slideLayout_80000042_CF51133C.xml" ContentType="application/vnd.openxmlformats-officedocument.presentationml.slideLayout+xml"/>
  <Override PartName="/ppt/slideLayouts/slideLayout_80000043_9172B2D9.xml" ContentType="application/vnd.openxmlformats-officedocument.presentationml.slideLayout+xml"/>
  <Override PartName="/ppt/theme/themeOverride_8000002C_71A60BA5.xml" ContentType="application/vnd.openxmlformats-officedocument.themeOverride+xml"/>
  <Override PartName="/ppt/theme/theme_0_994AF97D.xml" ContentType="application/vnd.openxmlformats-officedocument.theme+xml"/>
  <Override PartName="/ppt/notesSlides/notesSlide_A01_2B1D9647.xml" ContentType="application/vnd.openxmlformats-officedocument.presentationml.notesSlide+xml"/>
  <Override PartName="/ppt/notesSlides/notesSlide_A02_2FEF6A1A.xml" ContentType="application/vnd.openxmlformats-officedocument.presentationml.notesSlide+xml"/>
  <Override PartName="/ppt/notesSlides/notesSlide_A03_C7673186.xml" ContentType="application/vnd.openxmlformats-officedocument.presentationml.notesSlide+xml"/>
  <Override PartName="/ppt/notesSlides/notesSlide_A04_E0E43A0F.xml" ContentType="application/vnd.openxmlformats-officedocument.presentationml.notesSlide+xml"/>
  <Override PartName="/ppt/notesSlides/notesSlide_A05_511B9EEC.xml" ContentType="application/vnd.openxmlformats-officedocument.presentationml.notesSlide+xml"/>
  <Override PartName="/ppt/notesSlides/notesSlide_A06_23105925.xml" ContentType="application/vnd.openxmlformats-officedocument.presentationml.notesSlide+xml"/>
  <Override PartName="/ppt/notesSlides/notesSlide_A07_E0666723.xml" ContentType="application/vnd.openxmlformats-officedocument.presentationml.notesSlide+xml"/>
  <Override PartName="/ppt/notesSlides/notesSlide_A08_5F268F38.xml" ContentType="application/vnd.openxmlformats-officedocument.presentationml.notesSlide+xml"/>
  <Override PartName="/ppt/notesSlides/notesSlide_A09_49EC85ED.xml" ContentType="application/vnd.openxmlformats-officedocument.presentationml.notesSlide+xml"/>
  <Override PartName="/ppt/notesSlides/notesSlide_A0A_B7099B42.xml" ContentType="application/vnd.openxmlformats-officedocument.presentationml.notesSlide+xml"/>
  <Override PartName="/ppt/notesSlides/notesSlide_A0B_D468C654.xml" ContentType="application/vnd.openxmlformats-officedocument.presentationml.notesSlide+xml"/>
  <Override PartName="/ppt/diagrams/data_A0B_D468C654.xml" ContentType="application/vnd.openxmlformats-officedocument.drawingml.diagramData+xml"/>
  <Override PartName="/ppt/diagrams/layout_A0B_D468C654.xml" ContentType="application/vnd.openxmlformats-officedocument.drawingml.diagramLayout+xml"/>
  <Override PartName="/ppt/diagrams/quickStyle_A0B_D468C654.xml" ContentType="application/vnd.openxmlformats-officedocument.drawingml.diagramStyle+xml"/>
  <Override PartName="/ppt/diagrams/colors_A0B_D468C654.xml" ContentType="application/vnd.openxmlformats-officedocument.drawingml.diagramColors+xml"/>
  <Override PartName="/ppt/diagrams/drawing_A0B_D468C654.xml" ContentType="application/vnd.ms-office.drawingml.diagramDrawing+xml"/>
  <Override PartName="/ppt/notesSlides/notesSlide_A0C_8B716DCF.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I-Powered Grocery Management Feature" id="{9EA8D9F4-7936-4C17-82EB-5071BA1C7C5D}">
          <p14:sldIdLst>
            <p14:sldId id="2561"/>
          </p14:sldIdLst>
        </p14:section>
        <p14:section name="Product Strategy and Feature Overview" id="{64BE74CF-625E-4BE3-9D28-DFDB00F2A423}">
          <p14:sldIdLst>
            <p14:sldId id="2562"/>
            <p14:sldId id="2563"/>
            <p14:sldId id="2564"/>
            <p14:sldId id="2565"/>
            <p14:sldId id="2566"/>
            <p14:sldId id="2567"/>
            <p14:sldId id="2568"/>
            <p14:sldId id="2569"/>
            <p14:sldId id="2570"/>
            <p14:sldId id="2571"/>
            <p14:sldId id="25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8" Type="http://schemas.openxmlformats.org/officeDocument/2006/relationships/slide" Target="slides/slide_A07_E0666723.xml"/><Relationship Id="rId13" Type="http://schemas.openxmlformats.org/officeDocument/2006/relationships/slide" Target="slides/slide_A0C_8B716DCF.xml"/><Relationship Id="rId3" Type="http://schemas.openxmlformats.org/officeDocument/2006/relationships/slide" Target="slides/slide_A02_2FEF6A1A.xml"/><Relationship Id="rId7" Type="http://schemas.openxmlformats.org/officeDocument/2006/relationships/slide" Target="slides/slide_A06_23105925.xml"/><Relationship Id="rId12" Type="http://schemas.openxmlformats.org/officeDocument/2006/relationships/slide" Target="slides/slide_A0B_D468C654.xml"/><Relationship Id="rId17" Type="http://schemas.openxmlformats.org/officeDocument/2006/relationships/tableStyles" Target="tableStyles.xml"/><Relationship Id="rId2" Type="http://schemas.openxmlformats.org/officeDocument/2006/relationships/slide" Target="slides/slide_A01_2B1D9647.xml"/><Relationship Id="rId16" Type="http://schemas.openxmlformats.org/officeDocument/2006/relationships/theme" Target="theme/theme_80000000_BD758D25.xml"/><Relationship Id="rId1" Type="http://schemas.openxmlformats.org/officeDocument/2006/relationships/slideMaster" Target="slideMasters/slideMaster_80000000_BD758D25.xml"/><Relationship Id="rId6" Type="http://schemas.openxmlformats.org/officeDocument/2006/relationships/slide" Target="slides/slide_A05_511B9EEC.xml"/><Relationship Id="rId11" Type="http://schemas.openxmlformats.org/officeDocument/2006/relationships/slide" Target="slides/slide_A0A_B7099B42.xml"/><Relationship Id="rId5" Type="http://schemas.openxmlformats.org/officeDocument/2006/relationships/slide" Target="slides/slide_A04_E0E43A0F.xml"/><Relationship Id="rId15" Type="http://schemas.openxmlformats.org/officeDocument/2006/relationships/presProps" Target="presProps.xml"/><Relationship Id="rId10" Type="http://schemas.openxmlformats.org/officeDocument/2006/relationships/slide" Target="slides/slide_A09_49EC85ED.xml"/><Relationship Id="rId4" Type="http://schemas.openxmlformats.org/officeDocument/2006/relationships/slide" Target="slides/slide_A03_C7673186.xml"/><Relationship Id="rId9" Type="http://schemas.openxmlformats.org/officeDocument/2006/relationships/slide" Target="slides/slide_A08_5F268F38.xml"/><Relationship Id="rId14" Type="http://schemas.openxmlformats.org/officeDocument/2006/relationships/notesMaster" Target="notesMasters/notesMaster_0_994AF97D.xml"/></Relationships>
</file>

<file path=ppt/diagrams/_rels/data_A0B_D468C654.xml.rels><?xml version="1.0" encoding="UTF-8" standalone="yes"?>
<Relationships xmlns="http://schemas.openxmlformats.org/package/2006/relationships"><Relationship Id="rId3" Type="http://schemas.openxmlformats.org/officeDocument/2006/relationships/image" Target="../media/image_BDFDC3EA.jpeg"/><Relationship Id="rId2" Type="http://schemas.openxmlformats.org/officeDocument/2006/relationships/image" Target="../media/image_F0CD615.jpeg"/><Relationship Id="rId1" Type="http://schemas.openxmlformats.org/officeDocument/2006/relationships/image" Target="../media/image_1AB31321.jpeg"/></Relationships>
</file>

<file path=ppt/diagrams/_rels/drawing_A0B_D468C654.xml.rels><?xml version="1.0" encoding="UTF-8" standalone="yes"?>
<Relationships xmlns="http://schemas.openxmlformats.org/package/2006/relationships"><Relationship Id="rId3" Type="http://schemas.openxmlformats.org/officeDocument/2006/relationships/image" Target="../media/image_BDFDC3EA.jpeg"/><Relationship Id="rId2" Type="http://schemas.openxmlformats.org/officeDocument/2006/relationships/image" Target="../media/image_F0CD615.jpeg"/><Relationship Id="rId1" Type="http://schemas.openxmlformats.org/officeDocument/2006/relationships/image" Target="../media/image_1AB31321.jpeg"/></Relationships>
</file>

<file path=ppt/diagrams/colors_A0B_D468C65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_A0B_D468C654.xml><?xml version="1.0" encoding="utf-8"?>
<dgm:dataModel xmlns:dgm="http://schemas.openxmlformats.org/drawingml/2006/diagram" xmlns:a="http://schemas.openxmlformats.org/drawingml/2006/main">
  <dgm:ptLst>
    <dgm:pt modelId="{B399BCB2-B5F5-46E7-BD18-24E76ADC4F1B}"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9CAD6734-8599-44A1-BB3C-86B8DF21A0B8}">
      <dgm:prSet/>
      <dgm:spPr/>
      <dgm:t>
        <a:bodyPr/>
        <a:lstStyle/>
        <a:p>
          <a:pPr>
            <a:lnSpc>
              <a:spcPct val="100000"/>
            </a:lnSpc>
            <a:defRPr b="1"/>
          </a:pPr>
          <a:r>
            <a:rPr lang="en-US"/>
            <a:t>Data Privacy Measures</a:t>
          </a:r>
        </a:p>
      </dgm:t>
    </dgm:pt>
    <dgm:pt modelId="{401EE2CE-77E8-4CF4-A923-3BBCE1E8FC1C}" type="parTrans" cxnId="{A0BA6CBE-B90B-49F7-9560-F2F7BC9EBD36}">
      <dgm:prSet/>
      <dgm:spPr/>
      <dgm:t>
        <a:bodyPr/>
        <a:lstStyle/>
        <a:p>
          <a:endParaRPr lang="en-US"/>
        </a:p>
      </dgm:t>
    </dgm:pt>
    <dgm:pt modelId="{1179D196-8668-4965-8DA3-C1F1A80C46EA}" type="sibTrans" cxnId="{A0BA6CBE-B90B-49F7-9560-F2F7BC9EBD36}">
      <dgm:prSet/>
      <dgm:spPr/>
      <dgm:t>
        <a:bodyPr/>
        <a:lstStyle/>
        <a:p>
          <a:pPr>
            <a:lnSpc>
              <a:spcPct val="100000"/>
            </a:lnSpc>
            <a:defRPr b="1"/>
          </a:pPr>
          <a:endParaRPr lang="en-US"/>
        </a:p>
      </dgm:t>
    </dgm:pt>
    <dgm:pt modelId="{75C2A6AC-7B4E-4EFE-88D4-E94696C22444}">
      <dgm:prSet/>
      <dgm:spPr/>
      <dgm:t>
        <a:bodyPr/>
        <a:lstStyle/>
        <a:p>
          <a:pPr>
            <a:lnSpc>
              <a:spcPct val="100000"/>
            </a:lnSpc>
          </a:pPr>
          <a:r>
            <a:rPr lang="en-US"/>
            <a:t>Encryption protects data in transit and at rest, with role-based access control ensuring tight security.</a:t>
          </a:r>
        </a:p>
      </dgm:t>
    </dgm:pt>
    <dgm:pt modelId="{93A4AEC1-A7B4-4716-A784-DEAED93BFD27}" type="parTrans" cxnId="{F068577F-2644-4DD0-909C-07A95B0FBE07}">
      <dgm:prSet/>
      <dgm:spPr/>
      <dgm:t>
        <a:bodyPr/>
        <a:lstStyle/>
        <a:p>
          <a:endParaRPr lang="en-US"/>
        </a:p>
      </dgm:t>
    </dgm:pt>
    <dgm:pt modelId="{6E8E8BB4-7CC6-4AD3-B71A-3E08BA073342}" type="sibTrans" cxnId="{F068577F-2644-4DD0-909C-07A95B0FBE07}">
      <dgm:prSet/>
      <dgm:spPr/>
      <dgm:t>
        <a:bodyPr/>
        <a:lstStyle/>
        <a:p>
          <a:endParaRPr lang="en-US"/>
        </a:p>
      </dgm:t>
    </dgm:pt>
    <dgm:pt modelId="{9AEB2DBA-5B7D-469A-AC1D-0D11E9052415}">
      <dgm:prSet/>
      <dgm:spPr/>
      <dgm:t>
        <a:bodyPr/>
        <a:lstStyle/>
        <a:p>
          <a:pPr>
            <a:lnSpc>
              <a:spcPct val="100000"/>
            </a:lnSpc>
            <a:defRPr b="1"/>
          </a:pPr>
          <a:r>
            <a:rPr lang="en-US"/>
            <a:t>User Transparency and Control</a:t>
          </a:r>
        </a:p>
      </dgm:t>
    </dgm:pt>
    <dgm:pt modelId="{440B087B-B6D0-4605-A173-EF0861AD34F9}" type="parTrans" cxnId="{FC61F654-087D-4F7C-A3DD-8DE5650C56B5}">
      <dgm:prSet/>
      <dgm:spPr/>
      <dgm:t>
        <a:bodyPr/>
        <a:lstStyle/>
        <a:p>
          <a:endParaRPr lang="en-US"/>
        </a:p>
      </dgm:t>
    </dgm:pt>
    <dgm:pt modelId="{6D299061-7D28-4D61-AA99-FC2E45E5DEED}" type="sibTrans" cxnId="{FC61F654-087D-4F7C-A3DD-8DE5650C56B5}">
      <dgm:prSet/>
      <dgm:spPr/>
      <dgm:t>
        <a:bodyPr/>
        <a:lstStyle/>
        <a:p>
          <a:pPr>
            <a:lnSpc>
              <a:spcPct val="100000"/>
            </a:lnSpc>
            <a:defRPr b="1"/>
          </a:pPr>
          <a:endParaRPr lang="en-US"/>
        </a:p>
      </dgm:t>
    </dgm:pt>
    <dgm:pt modelId="{BB138A8C-70AF-498D-B94C-16F4F5D0F0B8}">
      <dgm:prSet/>
      <dgm:spPr/>
      <dgm:t>
        <a:bodyPr/>
        <a:lstStyle/>
        <a:p>
          <a:pPr>
            <a:lnSpc>
              <a:spcPct val="100000"/>
            </a:lnSpc>
          </a:pPr>
          <a:r>
            <a:rPr lang="en-US"/>
            <a:t>Users are informed about data collection and can control their data, including deletion and opting out.</a:t>
          </a:r>
        </a:p>
      </dgm:t>
    </dgm:pt>
    <dgm:pt modelId="{E7D1A40F-BE26-48D6-A4B6-D08E3A2A9097}" type="parTrans" cxnId="{FB4F717A-3533-48C6-BD6C-3ED2D3405273}">
      <dgm:prSet/>
      <dgm:spPr/>
      <dgm:t>
        <a:bodyPr/>
        <a:lstStyle/>
        <a:p>
          <a:endParaRPr lang="en-US"/>
        </a:p>
      </dgm:t>
    </dgm:pt>
    <dgm:pt modelId="{FBD9C5E5-D08F-4DF6-9AE5-C5269472D0BB}" type="sibTrans" cxnId="{FB4F717A-3533-48C6-BD6C-3ED2D3405273}">
      <dgm:prSet/>
      <dgm:spPr/>
      <dgm:t>
        <a:bodyPr/>
        <a:lstStyle/>
        <a:p>
          <a:endParaRPr lang="en-US"/>
        </a:p>
      </dgm:t>
    </dgm:pt>
    <dgm:pt modelId="{81EC75AB-3F22-492A-8A9C-EE08BBF461D7}">
      <dgm:prSet/>
      <dgm:spPr/>
      <dgm:t>
        <a:bodyPr/>
        <a:lstStyle/>
        <a:p>
          <a:pPr>
            <a:lnSpc>
              <a:spcPct val="100000"/>
            </a:lnSpc>
            <a:defRPr b="1"/>
          </a:pPr>
          <a:r>
            <a:rPr lang="en-US"/>
            <a:t>Compliance and Trust Building</a:t>
          </a:r>
        </a:p>
      </dgm:t>
    </dgm:pt>
    <dgm:pt modelId="{95890FB2-FD70-4E33-8D03-836E3A803CA4}" type="parTrans" cxnId="{0AEE9C3A-CCBE-488E-AF94-A634DBD92084}">
      <dgm:prSet/>
      <dgm:spPr/>
      <dgm:t>
        <a:bodyPr/>
        <a:lstStyle/>
        <a:p>
          <a:endParaRPr lang="en-US"/>
        </a:p>
      </dgm:t>
    </dgm:pt>
    <dgm:pt modelId="{4DF698DE-BFE3-4686-AA2C-C821890A5E82}" type="sibTrans" cxnId="{0AEE9C3A-CCBE-488E-AF94-A634DBD92084}">
      <dgm:prSet/>
      <dgm:spPr/>
      <dgm:t>
        <a:bodyPr/>
        <a:lstStyle/>
        <a:p>
          <a:endParaRPr lang="en-US"/>
        </a:p>
      </dgm:t>
    </dgm:pt>
    <dgm:pt modelId="{3F24D5A7-07AA-4C51-B504-CF303AD0FB42}">
      <dgm:prSet/>
      <dgm:spPr/>
      <dgm:t>
        <a:bodyPr/>
        <a:lstStyle/>
        <a:p>
          <a:pPr>
            <a:lnSpc>
              <a:spcPct val="100000"/>
            </a:lnSpc>
          </a:pPr>
          <a:r>
            <a:rPr lang="en-US"/>
            <a:t>Compliance with privacy regulations like GDPR is standard; trust is enhanced via clear AI decision explanations.</a:t>
          </a:r>
        </a:p>
      </dgm:t>
    </dgm:pt>
    <dgm:pt modelId="{01193002-EEDB-4A09-9F59-782FF8544D36}" type="parTrans" cxnId="{8AA9447F-2F9A-4A42-A28B-D3410256BFEC}">
      <dgm:prSet/>
      <dgm:spPr/>
      <dgm:t>
        <a:bodyPr/>
        <a:lstStyle/>
        <a:p>
          <a:endParaRPr lang="en-US"/>
        </a:p>
      </dgm:t>
    </dgm:pt>
    <dgm:pt modelId="{D560EF8C-F848-46A1-8CE4-694813779F82}" type="sibTrans" cxnId="{8AA9447F-2F9A-4A42-A28B-D3410256BFEC}">
      <dgm:prSet/>
      <dgm:spPr/>
      <dgm:t>
        <a:bodyPr/>
        <a:lstStyle/>
        <a:p>
          <a:endParaRPr lang="en-US"/>
        </a:p>
      </dgm:t>
    </dgm:pt>
    <dgm:pt modelId="{11C475D0-E4C1-4F20-82CE-A909AB5B76C1}" type="pres">
      <dgm:prSet presAssocID="{B399BCB2-B5F5-46E7-BD18-24E76ADC4F1B}" presName="Root" presStyleCnt="0">
        <dgm:presLayoutVars>
          <dgm:dir/>
          <dgm:resizeHandles val="exact"/>
        </dgm:presLayoutVars>
      </dgm:prSet>
      <dgm:spPr/>
    </dgm:pt>
    <dgm:pt modelId="{59C5F974-BFD8-41CE-99D3-4C4CE93AC637}" type="pres">
      <dgm:prSet presAssocID="{9CAD6734-8599-44A1-BB3C-86B8DF21A0B8}" presName="Composite" presStyleCnt="0"/>
      <dgm:spPr/>
    </dgm:pt>
    <dgm:pt modelId="{246B1757-7647-499F-9A51-F25F7A387F72}" type="pres">
      <dgm:prSet presAssocID="{9CAD6734-8599-44A1-BB3C-86B8DF21A0B8}"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0756" r="14250" b="8"/>
          <a:stretch/>
        </a:blipFill>
      </dgm:spPr>
      <dgm:extLst>
        <a:ext uri="{E40237B7-FDA0-4F09-8148-C483321AD2D9}">
          <dgm14:cNvPr xmlns:dgm14="http://schemas.microsoft.com/office/drawing/2010/diagram" id="0" name="" descr="Internet Cyber Security  with lock and hand shape"/>
        </a:ext>
      </dgm:extLst>
    </dgm:pt>
    <dgm:pt modelId="{370047BE-5E6B-434A-B5D2-BC3A9011F57C}" type="pres">
      <dgm:prSet presAssocID="{9CAD6734-8599-44A1-BB3C-86B8DF21A0B8}" presName="Subtitle" presStyleLbl="revTx" presStyleIdx="0" presStyleCnt="6">
        <dgm:presLayoutVars>
          <dgm:chMax val="0"/>
          <dgm:bulletEnabled/>
        </dgm:presLayoutVars>
      </dgm:prSet>
      <dgm:spPr/>
    </dgm:pt>
    <dgm:pt modelId="{2A883911-5533-46F4-90A3-CC6BC4D8BAC8}" type="pres">
      <dgm:prSet presAssocID="{9CAD6734-8599-44A1-BB3C-86B8DF21A0B8}" presName="Description" presStyleLbl="revTx" presStyleIdx="1" presStyleCnt="6">
        <dgm:presLayoutVars>
          <dgm:bulletEnabled/>
        </dgm:presLayoutVars>
      </dgm:prSet>
      <dgm:spPr/>
    </dgm:pt>
    <dgm:pt modelId="{DC8B998D-B492-450B-BEAD-E98CD5F6A4D7}" type="pres">
      <dgm:prSet presAssocID="{1179D196-8668-4965-8DA3-C1F1A80C46EA}" presName="sibTrans" presStyleLbl="sibTrans2D1" presStyleIdx="0" presStyleCnt="0"/>
      <dgm:spPr/>
    </dgm:pt>
    <dgm:pt modelId="{9F4F4D99-D965-48ED-AF63-86E61D960D92}" type="pres">
      <dgm:prSet presAssocID="{9AEB2DBA-5B7D-469A-AC1D-0D11E9052415}" presName="Composite" presStyleCnt="0"/>
      <dgm:spPr/>
    </dgm:pt>
    <dgm:pt modelId="{F557ECF2-0C89-4000-8CEB-438C04A418F1}" type="pres">
      <dgm:prSet presAssocID="{9AEB2DBA-5B7D-469A-AC1D-0D11E9052415}"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7627" r="12378" b="7"/>
          <a:stretch/>
        </a:blipFill>
      </dgm:spPr>
      <dgm:extLst>
        <a:ext uri="{E40237B7-FDA0-4F09-8148-C483321AD2D9}">
          <dgm14:cNvPr xmlns:dgm14="http://schemas.microsoft.com/office/drawing/2010/diagram" id="0" name="" descr="Login web form"/>
        </a:ext>
      </dgm:extLst>
    </dgm:pt>
    <dgm:pt modelId="{E1993F0B-AD2D-4EA5-A998-C25B99DDD00B}" type="pres">
      <dgm:prSet presAssocID="{9AEB2DBA-5B7D-469A-AC1D-0D11E9052415}" presName="Subtitle" presStyleLbl="revTx" presStyleIdx="2" presStyleCnt="6">
        <dgm:presLayoutVars>
          <dgm:chMax val="0"/>
          <dgm:bulletEnabled/>
        </dgm:presLayoutVars>
      </dgm:prSet>
      <dgm:spPr/>
    </dgm:pt>
    <dgm:pt modelId="{3DAF77E6-5491-4940-82B2-ABFF6BB51083}" type="pres">
      <dgm:prSet presAssocID="{9AEB2DBA-5B7D-469A-AC1D-0D11E9052415}" presName="Description" presStyleLbl="revTx" presStyleIdx="3" presStyleCnt="6">
        <dgm:presLayoutVars>
          <dgm:bulletEnabled/>
        </dgm:presLayoutVars>
      </dgm:prSet>
      <dgm:spPr/>
    </dgm:pt>
    <dgm:pt modelId="{2656266D-66D0-4C06-88DA-6409F4A15493}" type="pres">
      <dgm:prSet presAssocID="{6D299061-7D28-4D61-AA99-FC2E45E5DEED}" presName="sibTrans" presStyleLbl="sibTrans2D1" presStyleIdx="0" presStyleCnt="0"/>
      <dgm:spPr/>
    </dgm:pt>
    <dgm:pt modelId="{89F98B94-5A07-40C0-8EC0-B93B5100ACFD}" type="pres">
      <dgm:prSet presAssocID="{81EC75AB-3F22-492A-8A9C-EE08BBF461D7}" presName="Composite" presStyleCnt="0"/>
      <dgm:spPr/>
    </dgm:pt>
    <dgm:pt modelId="{C7DFE990-FF65-4C8B-87B2-E93694066D77}" type="pres">
      <dgm:prSet presAssocID="{81EC75AB-3F22-492A-8A9C-EE08BBF461D7}"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4411" r="18839"/>
          <a:stretch/>
        </a:blipFill>
      </dgm:spPr>
      <dgm:extLst>
        <a:ext uri="{E40237B7-FDA0-4F09-8148-C483321AD2D9}">
          <dgm14:cNvPr xmlns:dgm14="http://schemas.microsoft.com/office/drawing/2010/diagram" id="0" name="" descr="A stock photo of Binary Code in blue with the words &quot;Personal Data&quot; highlighted in red. Photographed with the Canon EOS 5DSR at 50mp. Perfect for designs or articles about hacking, personal data, digital privacy and computers."/>
        </a:ext>
      </dgm:extLst>
    </dgm:pt>
    <dgm:pt modelId="{50DB0DF4-F474-4006-B926-7B0F15E9286B}" type="pres">
      <dgm:prSet presAssocID="{81EC75AB-3F22-492A-8A9C-EE08BBF461D7}" presName="Subtitle" presStyleLbl="revTx" presStyleIdx="4" presStyleCnt="6">
        <dgm:presLayoutVars>
          <dgm:chMax val="0"/>
          <dgm:bulletEnabled/>
        </dgm:presLayoutVars>
      </dgm:prSet>
      <dgm:spPr/>
    </dgm:pt>
    <dgm:pt modelId="{72116B45-E4D2-4501-84EA-A1A71765A42C}" type="pres">
      <dgm:prSet presAssocID="{81EC75AB-3F22-492A-8A9C-EE08BBF461D7}" presName="Description" presStyleLbl="revTx" presStyleIdx="5" presStyleCnt="6">
        <dgm:presLayoutVars>
          <dgm:bulletEnabled/>
        </dgm:presLayoutVars>
      </dgm:prSet>
      <dgm:spPr/>
    </dgm:pt>
  </dgm:ptLst>
  <dgm:cxnLst>
    <dgm:cxn modelId="{C358EF23-FBE4-4F84-91FE-77E9686D8A23}" type="presOf" srcId="{81EC75AB-3F22-492A-8A9C-EE08BBF461D7}" destId="{50DB0DF4-F474-4006-B926-7B0F15E9286B}" srcOrd="0" destOrd="0" presId="urn:microsoft.com/office/officeart/2024/3/layout/verticalVisualTextBlock1"/>
    <dgm:cxn modelId="{0AEE9C3A-CCBE-488E-AF94-A634DBD92084}" srcId="{B399BCB2-B5F5-46E7-BD18-24E76ADC4F1B}" destId="{81EC75AB-3F22-492A-8A9C-EE08BBF461D7}" srcOrd="2" destOrd="0" parTransId="{95890FB2-FD70-4E33-8D03-836E3A803CA4}" sibTransId="{4DF698DE-BFE3-4686-AA2C-C821890A5E82}"/>
    <dgm:cxn modelId="{FC61F654-087D-4F7C-A3DD-8DE5650C56B5}" srcId="{B399BCB2-B5F5-46E7-BD18-24E76ADC4F1B}" destId="{9AEB2DBA-5B7D-469A-AC1D-0D11E9052415}" srcOrd="1" destOrd="0" parTransId="{440B087B-B6D0-4605-A173-EF0861AD34F9}" sibTransId="{6D299061-7D28-4D61-AA99-FC2E45E5DEED}"/>
    <dgm:cxn modelId="{00C5C675-A756-4608-A1FE-982D3091F6A9}" type="presOf" srcId="{75C2A6AC-7B4E-4EFE-88D4-E94696C22444}" destId="{2A883911-5533-46F4-90A3-CC6BC4D8BAC8}" srcOrd="0" destOrd="0" presId="urn:microsoft.com/office/officeart/2024/3/layout/verticalVisualTextBlock1"/>
    <dgm:cxn modelId="{FB4F717A-3533-48C6-BD6C-3ED2D3405273}" srcId="{9AEB2DBA-5B7D-469A-AC1D-0D11E9052415}" destId="{BB138A8C-70AF-498D-B94C-16F4F5D0F0B8}" srcOrd="0" destOrd="0" parTransId="{E7D1A40F-BE26-48D6-A4B6-D08E3A2A9097}" sibTransId="{FBD9C5E5-D08F-4DF6-9AE5-C5269472D0BB}"/>
    <dgm:cxn modelId="{8AA9447F-2F9A-4A42-A28B-D3410256BFEC}" srcId="{81EC75AB-3F22-492A-8A9C-EE08BBF461D7}" destId="{3F24D5A7-07AA-4C51-B504-CF303AD0FB42}" srcOrd="0" destOrd="0" parTransId="{01193002-EEDB-4A09-9F59-782FF8544D36}" sibTransId="{D560EF8C-F848-46A1-8CE4-694813779F82}"/>
    <dgm:cxn modelId="{F068577F-2644-4DD0-909C-07A95B0FBE07}" srcId="{9CAD6734-8599-44A1-BB3C-86B8DF21A0B8}" destId="{75C2A6AC-7B4E-4EFE-88D4-E94696C22444}" srcOrd="0" destOrd="0" parTransId="{93A4AEC1-A7B4-4716-A784-DEAED93BFD27}" sibTransId="{6E8E8BB4-7CC6-4AD3-B71A-3E08BA073342}"/>
    <dgm:cxn modelId="{CCF73480-C752-463C-88B4-07C43D3D746B}" type="presOf" srcId="{BB138A8C-70AF-498D-B94C-16F4F5D0F0B8}" destId="{3DAF77E6-5491-4940-82B2-ABFF6BB51083}" srcOrd="0" destOrd="0" presId="urn:microsoft.com/office/officeart/2024/3/layout/verticalVisualTextBlock1"/>
    <dgm:cxn modelId="{160B9785-4409-4757-858F-5B8BBA0FE92E}" type="presOf" srcId="{1179D196-8668-4965-8DA3-C1F1A80C46EA}" destId="{DC8B998D-B492-450B-BEAD-E98CD5F6A4D7}" srcOrd="0" destOrd="0" presId="urn:microsoft.com/office/officeart/2024/3/layout/verticalVisualTextBlock1"/>
    <dgm:cxn modelId="{064BC58B-C114-494F-8715-2A37F5346238}" type="presOf" srcId="{B399BCB2-B5F5-46E7-BD18-24E76ADC4F1B}" destId="{11C475D0-E4C1-4F20-82CE-A909AB5B76C1}" srcOrd="0" destOrd="0" presId="urn:microsoft.com/office/officeart/2024/3/layout/verticalVisualTextBlock1"/>
    <dgm:cxn modelId="{A7604B97-211F-4954-8E7D-EE51BD7ACD6D}" type="presOf" srcId="{6D299061-7D28-4D61-AA99-FC2E45E5DEED}" destId="{2656266D-66D0-4C06-88DA-6409F4A15493}" srcOrd="0" destOrd="0" presId="urn:microsoft.com/office/officeart/2024/3/layout/verticalVisualTextBlock1"/>
    <dgm:cxn modelId="{1B58B1A6-E964-4C21-8E14-5518598CF5D4}" type="presOf" srcId="{9CAD6734-8599-44A1-BB3C-86B8DF21A0B8}" destId="{370047BE-5E6B-434A-B5D2-BC3A9011F57C}" srcOrd="0" destOrd="0" presId="urn:microsoft.com/office/officeart/2024/3/layout/verticalVisualTextBlock1"/>
    <dgm:cxn modelId="{A0BA6CBE-B90B-49F7-9560-F2F7BC9EBD36}" srcId="{B399BCB2-B5F5-46E7-BD18-24E76ADC4F1B}" destId="{9CAD6734-8599-44A1-BB3C-86B8DF21A0B8}" srcOrd="0" destOrd="0" parTransId="{401EE2CE-77E8-4CF4-A923-3BBCE1E8FC1C}" sibTransId="{1179D196-8668-4965-8DA3-C1F1A80C46EA}"/>
    <dgm:cxn modelId="{14CE1FEE-F9B6-4B22-8ECE-6A85D4A5E509}" type="presOf" srcId="{3F24D5A7-07AA-4C51-B504-CF303AD0FB42}" destId="{72116B45-E4D2-4501-84EA-A1A71765A42C}" srcOrd="0" destOrd="0" presId="urn:microsoft.com/office/officeart/2024/3/layout/verticalVisualTextBlock1"/>
    <dgm:cxn modelId="{E120FBF0-991E-49B3-81FE-1663C60B83A4}" type="presOf" srcId="{9AEB2DBA-5B7D-469A-AC1D-0D11E9052415}" destId="{E1993F0B-AD2D-4EA5-A998-C25B99DDD00B}" srcOrd="0" destOrd="0" presId="urn:microsoft.com/office/officeart/2024/3/layout/verticalVisualTextBlock1"/>
    <dgm:cxn modelId="{0B04C949-201B-4E42-91B5-1364941A5CB4}" type="presParOf" srcId="{11C475D0-E4C1-4F20-82CE-A909AB5B76C1}" destId="{59C5F974-BFD8-41CE-99D3-4C4CE93AC637}" srcOrd="0" destOrd="0" presId="urn:microsoft.com/office/officeart/2024/3/layout/verticalVisualTextBlock1"/>
    <dgm:cxn modelId="{297506F6-8F3D-4CA5-B631-D0CD5A1A8AEB}" type="presParOf" srcId="{59C5F974-BFD8-41CE-99D3-4C4CE93AC637}" destId="{246B1757-7647-499F-9A51-F25F7A387F72}" srcOrd="0" destOrd="0" presId="urn:microsoft.com/office/officeart/2024/3/layout/verticalVisualTextBlock1"/>
    <dgm:cxn modelId="{FE0C81C9-5BBB-434E-8BE5-01861E79C8DC}" type="presParOf" srcId="{59C5F974-BFD8-41CE-99D3-4C4CE93AC637}" destId="{370047BE-5E6B-434A-B5D2-BC3A9011F57C}" srcOrd="1" destOrd="0" presId="urn:microsoft.com/office/officeart/2024/3/layout/verticalVisualTextBlock1"/>
    <dgm:cxn modelId="{0DDD862D-534F-47E6-9B0D-061E0FD7FFE1}" type="presParOf" srcId="{59C5F974-BFD8-41CE-99D3-4C4CE93AC637}" destId="{2A883911-5533-46F4-90A3-CC6BC4D8BAC8}" srcOrd="2" destOrd="0" presId="urn:microsoft.com/office/officeart/2024/3/layout/verticalVisualTextBlock1"/>
    <dgm:cxn modelId="{8C054C58-FA9D-486F-A4E4-A0C950E6C65A}" type="presParOf" srcId="{11C475D0-E4C1-4F20-82CE-A909AB5B76C1}" destId="{DC8B998D-B492-450B-BEAD-E98CD5F6A4D7}" srcOrd="1" destOrd="0" presId="urn:microsoft.com/office/officeart/2024/3/layout/verticalVisualTextBlock1"/>
    <dgm:cxn modelId="{C01E1162-9957-4FAE-8A16-6DABE2B70748}" type="presParOf" srcId="{11C475D0-E4C1-4F20-82CE-A909AB5B76C1}" destId="{9F4F4D99-D965-48ED-AF63-86E61D960D92}" srcOrd="2" destOrd="0" presId="urn:microsoft.com/office/officeart/2024/3/layout/verticalVisualTextBlock1"/>
    <dgm:cxn modelId="{3A8C986B-68AB-4A93-9D04-915DEAAB5BB2}" type="presParOf" srcId="{9F4F4D99-D965-48ED-AF63-86E61D960D92}" destId="{F557ECF2-0C89-4000-8CEB-438C04A418F1}" srcOrd="0" destOrd="0" presId="urn:microsoft.com/office/officeart/2024/3/layout/verticalVisualTextBlock1"/>
    <dgm:cxn modelId="{4F140884-0FAE-4310-A81C-E3A7C53E1669}" type="presParOf" srcId="{9F4F4D99-D965-48ED-AF63-86E61D960D92}" destId="{E1993F0B-AD2D-4EA5-A998-C25B99DDD00B}" srcOrd="1" destOrd="0" presId="urn:microsoft.com/office/officeart/2024/3/layout/verticalVisualTextBlock1"/>
    <dgm:cxn modelId="{C1ED4513-A917-4FD6-BCD0-7236BD010E66}" type="presParOf" srcId="{9F4F4D99-D965-48ED-AF63-86E61D960D92}" destId="{3DAF77E6-5491-4940-82B2-ABFF6BB51083}" srcOrd="2" destOrd="0" presId="urn:microsoft.com/office/officeart/2024/3/layout/verticalVisualTextBlock1"/>
    <dgm:cxn modelId="{DE6688BC-302A-4DCB-AC3A-14CA312AA716}" type="presParOf" srcId="{11C475D0-E4C1-4F20-82CE-A909AB5B76C1}" destId="{2656266D-66D0-4C06-88DA-6409F4A15493}" srcOrd="3" destOrd="0" presId="urn:microsoft.com/office/officeart/2024/3/layout/verticalVisualTextBlock1"/>
    <dgm:cxn modelId="{10F4011E-42E8-4DB1-99B5-2AB074F67CE8}" type="presParOf" srcId="{11C475D0-E4C1-4F20-82CE-A909AB5B76C1}" destId="{89F98B94-5A07-40C0-8EC0-B93B5100ACFD}" srcOrd="4" destOrd="0" presId="urn:microsoft.com/office/officeart/2024/3/layout/verticalVisualTextBlock1"/>
    <dgm:cxn modelId="{7BD7696F-29FD-4B7A-BB7A-F08B0E4C5D3D}" type="presParOf" srcId="{89F98B94-5A07-40C0-8EC0-B93B5100ACFD}" destId="{C7DFE990-FF65-4C8B-87B2-E93694066D77}" srcOrd="0" destOrd="0" presId="urn:microsoft.com/office/officeart/2024/3/layout/verticalVisualTextBlock1"/>
    <dgm:cxn modelId="{0869A90E-23B4-4338-8349-ED38FDA5F497}" type="presParOf" srcId="{89F98B94-5A07-40C0-8EC0-B93B5100ACFD}" destId="{50DB0DF4-F474-4006-B926-7B0F15E9286B}" srcOrd="1" destOrd="0" presId="urn:microsoft.com/office/officeart/2024/3/layout/verticalVisualTextBlock1"/>
    <dgm:cxn modelId="{7E6BC282-4004-47B8-BE41-0D47DBF90ABE}" type="presParOf" srcId="{89F98B94-5A07-40C0-8EC0-B93B5100ACFD}" destId="{72116B45-E4D2-4501-84EA-A1A71765A42C}"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_A0B_D468C6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6B1757-7647-499F-9A51-F25F7A387F72}">
      <dsp:nvSpPr>
        <dsp:cNvPr id="0" name=""/>
        <dsp:cNvSpPr/>
      </dsp:nvSpPr>
      <dsp:spPr>
        <a:xfrm>
          <a:off x="0" y="0"/>
          <a:ext cx="1428179" cy="142817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0756" r="14250" b="8"/>
          <a:stretch/>
        </a:blipFill>
        <a:ln>
          <a:noFill/>
        </a:ln>
        <a:effectLst/>
      </dsp:spPr>
      <dsp:style>
        <a:lnRef idx="0">
          <a:scrgbClr r="0" g="0" b="0"/>
        </a:lnRef>
        <a:fillRef idx="3">
          <a:scrgbClr r="0" g="0" b="0"/>
        </a:fillRef>
        <a:effectRef idx="2">
          <a:scrgbClr r="0" g="0" b="0"/>
        </a:effectRef>
        <a:fontRef idx="minor">
          <a:schemeClr val="lt1"/>
        </a:fontRef>
      </dsp:style>
    </dsp:sp>
    <dsp:sp modelId="{370047BE-5E6B-434A-B5D2-BC3A9011F57C}">
      <dsp:nvSpPr>
        <dsp:cNvPr id="0" name=""/>
        <dsp:cNvSpPr/>
      </dsp:nvSpPr>
      <dsp:spPr>
        <a:xfrm>
          <a:off x="1608179" y="0"/>
          <a:ext cx="9355476" cy="3677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Data Privacy Measures</a:t>
          </a:r>
        </a:p>
      </dsp:txBody>
      <dsp:txXfrm>
        <a:off x="1608179" y="0"/>
        <a:ext cx="9355476" cy="367778"/>
      </dsp:txXfrm>
    </dsp:sp>
    <dsp:sp modelId="{2A883911-5533-46F4-90A3-CC6BC4D8BAC8}">
      <dsp:nvSpPr>
        <dsp:cNvPr id="0" name=""/>
        <dsp:cNvSpPr/>
      </dsp:nvSpPr>
      <dsp:spPr>
        <a:xfrm>
          <a:off x="1608179" y="367778"/>
          <a:ext cx="9355476" cy="1060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Encryption protects data in transit and at rest, with role-based access control ensuring tight security.</a:t>
          </a:r>
        </a:p>
      </dsp:txBody>
      <dsp:txXfrm>
        <a:off x="1608179" y="367778"/>
        <a:ext cx="9355476" cy="1060400"/>
      </dsp:txXfrm>
    </dsp:sp>
    <dsp:sp modelId="{F557ECF2-0C89-4000-8CEB-438C04A418F1}">
      <dsp:nvSpPr>
        <dsp:cNvPr id="0" name=""/>
        <dsp:cNvSpPr/>
      </dsp:nvSpPr>
      <dsp:spPr>
        <a:xfrm>
          <a:off x="0" y="1542433"/>
          <a:ext cx="1428179" cy="142817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7627" r="12378" b="7"/>
          <a:stretch/>
        </a:blipFill>
        <a:ln>
          <a:noFill/>
        </a:ln>
        <a:effectLst/>
      </dsp:spPr>
      <dsp:style>
        <a:lnRef idx="0">
          <a:scrgbClr r="0" g="0" b="0"/>
        </a:lnRef>
        <a:fillRef idx="3">
          <a:scrgbClr r="0" g="0" b="0"/>
        </a:fillRef>
        <a:effectRef idx="2">
          <a:scrgbClr r="0" g="0" b="0"/>
        </a:effectRef>
        <a:fontRef idx="minor">
          <a:schemeClr val="lt1"/>
        </a:fontRef>
      </dsp:style>
    </dsp:sp>
    <dsp:sp modelId="{E1993F0B-AD2D-4EA5-A998-C25B99DDD00B}">
      <dsp:nvSpPr>
        <dsp:cNvPr id="0" name=""/>
        <dsp:cNvSpPr/>
      </dsp:nvSpPr>
      <dsp:spPr>
        <a:xfrm>
          <a:off x="1608179" y="1542433"/>
          <a:ext cx="9355476" cy="3677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User Transparency and Control</a:t>
          </a:r>
        </a:p>
      </dsp:txBody>
      <dsp:txXfrm>
        <a:off x="1608179" y="1542433"/>
        <a:ext cx="9355476" cy="367778"/>
      </dsp:txXfrm>
    </dsp:sp>
    <dsp:sp modelId="{3DAF77E6-5491-4940-82B2-ABFF6BB51083}">
      <dsp:nvSpPr>
        <dsp:cNvPr id="0" name=""/>
        <dsp:cNvSpPr/>
      </dsp:nvSpPr>
      <dsp:spPr>
        <a:xfrm>
          <a:off x="1608179" y="1910212"/>
          <a:ext cx="9355476" cy="1060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Users are informed about data collection and can control their data, including deletion and opting out.</a:t>
          </a:r>
        </a:p>
      </dsp:txBody>
      <dsp:txXfrm>
        <a:off x="1608179" y="1910212"/>
        <a:ext cx="9355476" cy="1060400"/>
      </dsp:txXfrm>
    </dsp:sp>
    <dsp:sp modelId="{C7DFE990-FF65-4C8B-87B2-E93694066D77}">
      <dsp:nvSpPr>
        <dsp:cNvPr id="0" name=""/>
        <dsp:cNvSpPr/>
      </dsp:nvSpPr>
      <dsp:spPr>
        <a:xfrm>
          <a:off x="0" y="3084867"/>
          <a:ext cx="1428179" cy="1428179"/>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4411" r="18839"/>
          <a:stretch/>
        </a:blipFill>
        <a:ln>
          <a:noFill/>
        </a:ln>
        <a:effectLst/>
      </dsp:spPr>
      <dsp:style>
        <a:lnRef idx="0">
          <a:scrgbClr r="0" g="0" b="0"/>
        </a:lnRef>
        <a:fillRef idx="3">
          <a:scrgbClr r="0" g="0" b="0"/>
        </a:fillRef>
        <a:effectRef idx="2">
          <a:scrgbClr r="0" g="0" b="0"/>
        </a:effectRef>
        <a:fontRef idx="minor">
          <a:schemeClr val="lt1"/>
        </a:fontRef>
      </dsp:style>
    </dsp:sp>
    <dsp:sp modelId="{50DB0DF4-F474-4006-B926-7B0F15E9286B}">
      <dsp:nvSpPr>
        <dsp:cNvPr id="0" name=""/>
        <dsp:cNvSpPr/>
      </dsp:nvSpPr>
      <dsp:spPr>
        <a:xfrm>
          <a:off x="1608179" y="3084867"/>
          <a:ext cx="9355476" cy="3677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Compliance and Trust Building</a:t>
          </a:r>
        </a:p>
      </dsp:txBody>
      <dsp:txXfrm>
        <a:off x="1608179" y="3084867"/>
        <a:ext cx="9355476" cy="367778"/>
      </dsp:txXfrm>
    </dsp:sp>
    <dsp:sp modelId="{72116B45-E4D2-4501-84EA-A1A71765A42C}">
      <dsp:nvSpPr>
        <dsp:cNvPr id="0" name=""/>
        <dsp:cNvSpPr/>
      </dsp:nvSpPr>
      <dsp:spPr>
        <a:xfrm>
          <a:off x="1608179" y="3452646"/>
          <a:ext cx="9355476" cy="1060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Compliance with privacy regulations like GDPR is standard; trust is enhanced via clear AI decision explanations.</a:t>
          </a:r>
        </a:p>
      </dsp:txBody>
      <dsp:txXfrm>
        <a:off x="1608179" y="3452646"/>
        <a:ext cx="9355476" cy="1060400"/>
      </dsp:txXfrm>
    </dsp:sp>
  </dsp:spTree>
</dsp:drawing>
</file>

<file path=ppt/diagrams/layout_A0B_D468C654.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_A0B_D468C65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_0_994AF97D.xml.rels><?xml version="1.0" encoding="UTF-8" standalone="yes"?>
<Relationships xmlns="http://schemas.openxmlformats.org/package/2006/relationships"><Relationship Id="rId1" Type="http://schemas.openxmlformats.org/officeDocument/2006/relationships/theme" Target="../theme/theme_0_994AF97D.xml"/></Relationships>
</file>

<file path=ppt/notesMasters/notesMaster_0_994AF97D.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10CF5B-BB06-460C-921C-77E07BAA109E}" type="datetimeFigureOut">
              <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5DDA1E-E77E-414E-9234-E0DCA4C4A9A2}" type="slidenum">
              <a:t/>
            </a:fld>
            <a:endParaRPr lang="en-US"/>
          </a:p>
        </p:txBody>
      </p:sp>
    </p:spTree>
    <p:extLst>
      <p:ext uri="{BB962C8B-B14F-4D97-AF65-F5344CB8AC3E}">
        <p14:creationId xmlns:p14="http://schemas.microsoft.com/office/powerpoint/2010/main" val="2571827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_A0A_B7099B42.xml.rels><?xml version="1.0" encoding="UTF-8" standalone="yes"?>
<Relationships xmlns="http://schemas.openxmlformats.org/package/2006/relationships"><Relationship Id="rId2" Type="http://schemas.openxmlformats.org/officeDocument/2006/relationships/slide" Target="../slides/slide_A0A_B7099B42.xml"/><Relationship Id="rId1" Type="http://schemas.openxmlformats.org/officeDocument/2006/relationships/notesMaster" Target="../notesMasters/notesMaster_0_994AF97D.xml"/></Relationships>
</file>

<file path=ppt/notesSlides/_rels/notesSlide_A0B_D468C654.xml.rels><?xml version="1.0" encoding="UTF-8" standalone="yes"?>
<Relationships xmlns="http://schemas.openxmlformats.org/package/2006/relationships"><Relationship Id="rId2" Type="http://schemas.openxmlformats.org/officeDocument/2006/relationships/slide" Target="../slides/slide_A0B_D468C654.xml"/><Relationship Id="rId1" Type="http://schemas.openxmlformats.org/officeDocument/2006/relationships/notesMaster" Target="../notesMasters/notesMaster_0_994AF97D.xml"/></Relationships>
</file>

<file path=ppt/notesSlides/_rels/notesSlide_A0C_8B716DCF.xml.rels><?xml version="1.0" encoding="UTF-8" standalone="yes"?>
<Relationships xmlns="http://schemas.openxmlformats.org/package/2006/relationships"><Relationship Id="rId2" Type="http://schemas.openxmlformats.org/officeDocument/2006/relationships/slide" Target="../slides/slide_A0C_8B716DCF.xml"/><Relationship Id="rId1" Type="http://schemas.openxmlformats.org/officeDocument/2006/relationships/notesMaster" Target="../notesMasters/notesMaster_0_994AF97D.xml"/></Relationships>
</file>

<file path=ppt/notesSlides/_rels/notesSlide_A01_2B1D9647.xml.rels><?xml version="1.0" encoding="UTF-8" standalone="yes"?>
<Relationships xmlns="http://schemas.openxmlformats.org/package/2006/relationships"><Relationship Id="rId2" Type="http://schemas.openxmlformats.org/officeDocument/2006/relationships/slide" Target="../slides/slide_A01_2B1D9647.xml"/><Relationship Id="rId1" Type="http://schemas.openxmlformats.org/officeDocument/2006/relationships/notesMaster" Target="../notesMasters/notesMaster_0_994AF97D.xml"/></Relationships>
</file>

<file path=ppt/notesSlides/_rels/notesSlide_A02_2FEF6A1A.xml.rels><?xml version="1.0" encoding="UTF-8" standalone="yes"?>
<Relationships xmlns="http://schemas.openxmlformats.org/package/2006/relationships"><Relationship Id="rId2" Type="http://schemas.openxmlformats.org/officeDocument/2006/relationships/slide" Target="../slides/slide_A02_2FEF6A1A.xml"/><Relationship Id="rId1" Type="http://schemas.openxmlformats.org/officeDocument/2006/relationships/notesMaster" Target="../notesMasters/notesMaster_0_994AF97D.xml"/></Relationships>
</file>

<file path=ppt/notesSlides/_rels/notesSlide_A03_C7673186.xml.rels><?xml version="1.0" encoding="UTF-8" standalone="yes"?>
<Relationships xmlns="http://schemas.openxmlformats.org/package/2006/relationships"><Relationship Id="rId2" Type="http://schemas.openxmlformats.org/officeDocument/2006/relationships/slide" Target="../slides/slide_A03_C7673186.xml"/><Relationship Id="rId1" Type="http://schemas.openxmlformats.org/officeDocument/2006/relationships/notesMaster" Target="../notesMasters/notesMaster_0_994AF97D.xml"/></Relationships>
</file>

<file path=ppt/notesSlides/_rels/notesSlide_A04_E0E43A0F.xml.rels><?xml version="1.0" encoding="UTF-8" standalone="yes"?>
<Relationships xmlns="http://schemas.openxmlformats.org/package/2006/relationships"><Relationship Id="rId2" Type="http://schemas.openxmlformats.org/officeDocument/2006/relationships/slide" Target="../slides/slide_A04_E0E43A0F.xml"/><Relationship Id="rId1" Type="http://schemas.openxmlformats.org/officeDocument/2006/relationships/notesMaster" Target="../notesMasters/notesMaster_0_994AF97D.xml"/></Relationships>
</file>

<file path=ppt/notesSlides/_rels/notesSlide_A05_511B9EEC.xml.rels><?xml version="1.0" encoding="UTF-8" standalone="yes"?>
<Relationships xmlns="http://schemas.openxmlformats.org/package/2006/relationships"><Relationship Id="rId2" Type="http://schemas.openxmlformats.org/officeDocument/2006/relationships/slide" Target="../slides/slide_A05_511B9EEC.xml"/><Relationship Id="rId1" Type="http://schemas.openxmlformats.org/officeDocument/2006/relationships/notesMaster" Target="../notesMasters/notesMaster_0_994AF97D.xml"/></Relationships>
</file>

<file path=ppt/notesSlides/_rels/notesSlide_A06_23105925.xml.rels><?xml version="1.0" encoding="UTF-8" standalone="yes"?>
<Relationships xmlns="http://schemas.openxmlformats.org/package/2006/relationships"><Relationship Id="rId2" Type="http://schemas.openxmlformats.org/officeDocument/2006/relationships/slide" Target="../slides/slide_A06_23105925.xml"/><Relationship Id="rId1" Type="http://schemas.openxmlformats.org/officeDocument/2006/relationships/notesMaster" Target="../notesMasters/notesMaster_0_994AF97D.xml"/></Relationships>
</file>

<file path=ppt/notesSlides/_rels/notesSlide_A07_E0666723.xml.rels><?xml version="1.0" encoding="UTF-8" standalone="yes"?>
<Relationships xmlns="http://schemas.openxmlformats.org/package/2006/relationships"><Relationship Id="rId2" Type="http://schemas.openxmlformats.org/officeDocument/2006/relationships/slide" Target="../slides/slide_A07_E0666723.xml"/><Relationship Id="rId1" Type="http://schemas.openxmlformats.org/officeDocument/2006/relationships/notesMaster" Target="../notesMasters/notesMaster_0_994AF97D.xml"/></Relationships>
</file>

<file path=ppt/notesSlides/_rels/notesSlide_A08_5F268F38.xml.rels><?xml version="1.0" encoding="UTF-8" standalone="yes"?>
<Relationships xmlns="http://schemas.openxmlformats.org/package/2006/relationships"><Relationship Id="rId2" Type="http://schemas.openxmlformats.org/officeDocument/2006/relationships/slide" Target="../slides/slide_A08_5F268F38.xml"/><Relationship Id="rId1" Type="http://schemas.openxmlformats.org/officeDocument/2006/relationships/notesMaster" Target="../notesMasters/notesMaster_0_994AF97D.xml"/></Relationships>
</file>

<file path=ppt/notesSlides/_rels/notesSlide_A09_49EC85ED.xml.rels><?xml version="1.0" encoding="UTF-8" standalone="yes"?>
<Relationships xmlns="http://schemas.openxmlformats.org/package/2006/relationships"><Relationship Id="rId2" Type="http://schemas.openxmlformats.org/officeDocument/2006/relationships/slide" Target="../slides/slide_A09_49EC85ED.xml"/><Relationship Id="rId1" Type="http://schemas.openxmlformats.org/officeDocument/2006/relationships/notesMaster" Target="../notesMasters/notesMaster_0_994AF97D.xml"/></Relationships>
</file>

<file path=ppt/notesSlides/notesSlide_A0A_B7099B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technical architecture is designed to be cloud-native, event-driven, and scalable. A mobile application communicates with an API gateway, which routes events such as receipt uploads and inventory updates into a streaming platform like Kafka or AWS Kinesis. Stream processing components handle real-time logic, including triggering expiry checks and notifications. AI services process receipt images and apply business rules or models for expiry prediction. Data is stored using a tiered approach, with hot storage for active inventory data and cold storage for historical receipts and analytics. This separation improves performance while controlling costs. The modular design allows individual components to evolve independently, supporting rapid iteration and future expansion.</a:t>
            </a:r>
          </a:p>
        </p:txBody>
      </p:sp>
      <p:sp>
        <p:nvSpPr>
          <p:cNvPr id="4" name="Slide Number Placeholder 3"/>
          <p:cNvSpPr>
            <a:spLocks noGrp="1"/>
          </p:cNvSpPr>
          <p:nvPr>
            <p:ph type="sldNum" sz="quarter" idx="5"/>
          </p:nvPr>
        </p:nvSpPr>
        <p:spPr/>
        <p:txBody>
          <a:bodyPr/>
          <a:lstStyle/>
          <a:p>
            <a:fld id="{889A65E5-DBEA-4403-B5AD-EED9623CD35E}" type="slidenum">
              <a:t/>
            </a:fld>
            <a:endParaRPr lang="en-US"/>
          </a:p>
        </p:txBody>
      </p:sp>
    </p:spTree>
    <p:extLst>
      <p:ext uri="{BB962C8B-B14F-4D97-AF65-F5344CB8AC3E}">
        <p14:creationId xmlns:p14="http://schemas.microsoft.com/office/powerpoint/2010/main" val="949001987"/>
      </p:ext>
    </p:extLst>
  </p:cSld>
  <p:clrMapOvr>
    <a:masterClrMapping/>
  </p:clrMapOvr>
</p:notes>
</file>

<file path=ppt/notesSlides/notesSlide_A0B_D468C6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User trust is foundational to the success of this feature, as grocery data can reveal sensitive behavioural patterns. The privacy strategy focuses on data minimisation, encryption, and transparency. All data is encrypted both in transit and at rest, and access is tightly controlled using role-based permissions. Users are clearly informed about what data is collected and why, and they are given meaningful control, including the ability to delete their data or opt out of analytics. Compliance with regulations such as GDPR is treated as a baseline rather than a differentiator. Beyond technical safeguards, trust is reinforced through UX elements that explain AI-driven decisions, such as how expiry dates are estimated. This openness helps users feel confident and respected.</a:t>
            </a:r>
          </a:p>
        </p:txBody>
      </p:sp>
      <p:sp>
        <p:nvSpPr>
          <p:cNvPr id="4" name="Slide Number Placeholder 3"/>
          <p:cNvSpPr>
            <a:spLocks noGrp="1"/>
          </p:cNvSpPr>
          <p:nvPr>
            <p:ph type="sldNum" sz="quarter" idx="5"/>
          </p:nvPr>
        </p:nvSpPr>
        <p:spPr/>
        <p:txBody>
          <a:bodyPr/>
          <a:lstStyle/>
          <a:p>
            <a:fld id="{889A65E5-DBEA-4403-B5AD-EED9623CD35E}" type="slidenum">
              <a:t/>
            </a:fld>
            <a:endParaRPr lang="en-US"/>
          </a:p>
        </p:txBody>
      </p:sp>
    </p:spTree>
    <p:extLst>
      <p:ext uri="{BB962C8B-B14F-4D97-AF65-F5344CB8AC3E}">
        <p14:creationId xmlns:p14="http://schemas.microsoft.com/office/powerpoint/2010/main" val="2799042086"/>
      </p:ext>
    </p:extLst>
  </p:cSld>
  <p:clrMapOvr>
    <a:masterClrMapping/>
  </p:clrMapOvr>
</p:notes>
</file>

<file path=ppt/notesSlides/notesSlide_A0C_8B716DCF.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Success for the AI-powered grocery management feature is measured across behavioural, engagement, and business dimensions. A primary metric is the reduction in food waste, tracked through the proportion of items used before their estimated expiry. Engagement metrics such as weekly active users and feature usage frequency indicate whether the solution is becoming part of users’ routines. Recipe conversion rates show how effectively insights are translated into action. Retention metrics, including 30-day retention, help assess long-term value. Together, these metrics provide a balanced view of impact, ensuring that the feature not only attracts users but also delivers on its core promise of reducing waste and enhancing everyday life.</a:t>
            </a:r>
          </a:p>
        </p:txBody>
      </p:sp>
      <p:sp>
        <p:nvSpPr>
          <p:cNvPr id="4" name="Slide Number Placeholder 3"/>
          <p:cNvSpPr>
            <a:spLocks noGrp="1"/>
          </p:cNvSpPr>
          <p:nvPr>
            <p:ph type="sldNum" sz="quarter" idx="5"/>
          </p:nvPr>
        </p:nvSpPr>
        <p:spPr/>
        <p:txBody>
          <a:bodyPr/>
          <a:lstStyle/>
          <a:p>
            <a:fld id="{889A65E5-DBEA-4403-B5AD-EED9623CD35E}" type="slidenum">
              <a:t/>
            </a:fld>
            <a:endParaRPr lang="en-US"/>
          </a:p>
        </p:txBody>
      </p:sp>
    </p:spTree>
    <p:extLst>
      <p:ext uri="{BB962C8B-B14F-4D97-AF65-F5344CB8AC3E}">
        <p14:creationId xmlns:p14="http://schemas.microsoft.com/office/powerpoint/2010/main" val="236708911"/>
      </p:ext>
    </p:extLst>
  </p:cSld>
  <p:clrMapOvr>
    <a:masterClrMapping/>
  </p:clrMapOvr>
</p:notes>
</file>

<file path=ppt/notesSlides/notesSlide_A01_2B1D96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889A65E5-DBEA-4403-B5AD-EED9623CD35E}" type="slidenum">
              <a:t/>
            </a:fld>
            <a:endParaRPr lang="en-US"/>
          </a:p>
        </p:txBody>
      </p:sp>
    </p:spTree>
    <p:extLst>
      <p:ext uri="{BB962C8B-B14F-4D97-AF65-F5344CB8AC3E}">
        <p14:creationId xmlns:p14="http://schemas.microsoft.com/office/powerpoint/2010/main" val="1953074774"/>
      </p:ext>
    </p:extLst>
  </p:cSld>
  <p:clrMapOvr>
    <a:masterClrMapping/>
  </p:clrMapOvr>
</p:notes>
</file>

<file path=ppt/notesSlides/notesSlide_A02_2FEF6A1A.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Product Vision, Problem Statement, Target Users, Solution Overview, AI Receipt Scanning, Smart Inventory Dashboard, Recipe Recommendations, Technical Architecture, Privacy and Trust, Success Metrics</a:t>
            </a:r>
          </a:p>
        </p:txBody>
      </p:sp>
      <p:sp>
        <p:nvSpPr>
          <p:cNvPr id="4" name="Slide Number Placeholder 3"/>
          <p:cNvSpPr>
            <a:spLocks noGrp="1"/>
          </p:cNvSpPr>
          <p:nvPr>
            <p:ph type="sldNum" sz="quarter" idx="5"/>
          </p:nvPr>
        </p:nvSpPr>
        <p:spPr/>
        <p:txBody>
          <a:bodyPr/>
          <a:lstStyle/>
          <a:p>
            <a:fld id="{889A65E5-DBEA-4403-B5AD-EED9623CD35E}" type="slidenum">
              <a:t/>
            </a:fld>
            <a:endParaRPr lang="en-US"/>
          </a:p>
        </p:txBody>
      </p:sp>
    </p:spTree>
    <p:extLst>
      <p:ext uri="{BB962C8B-B14F-4D97-AF65-F5344CB8AC3E}">
        <p14:creationId xmlns:p14="http://schemas.microsoft.com/office/powerpoint/2010/main" val="3891206232"/>
      </p:ext>
    </p:extLst>
  </p:cSld>
  <p:clrMapOvr>
    <a:masterClrMapping/>
  </p:clrMapOvr>
</p:notes>
</file>

<file path=ppt/notesSlides/notesSlide_A03_C7673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product vision for the AI-powered grocery management feature is centred on helping users actively reduce food waste while saving money and time. Food waste is a persistent household problem driven by poor visibility into purchased items, forgotten expiration dates, and lack of inspiration to use ingredients efficiently. This feature aims to solve these challenges by combining artificial intelligence with a seamless user experience. By allowing users to scan grocery receipts, automatically track inventory, and receive intelligent expiry predictions, the product removes the cognitive burden associated with food management. In addition to operational efficiency, the vision emphasises emotional value: users feel more in control, less guilty about waste, and more confident in their daily food decisions. The feature also aligns with broader sustainability goals by encouraging responsible consumption and reducing environmental impact. From a business perspective, the vision supports long-term engagement by embedding the feature into users’ everyday routines. Over time, as the system learns from user behaviour, it can evolve into a trusted personal food assistant. Ultimately, the vision is not just to manage groceries, but to subtly change habits through intelligent nudges, timely insights, and personalised recommendations that make sustainable choices the easiest choices.</a:t>
            </a:r>
          </a:p>
        </p:txBody>
      </p:sp>
      <p:sp>
        <p:nvSpPr>
          <p:cNvPr id="4" name="Slide Number Placeholder 3"/>
          <p:cNvSpPr>
            <a:spLocks noGrp="1"/>
          </p:cNvSpPr>
          <p:nvPr>
            <p:ph type="sldNum" sz="quarter" idx="5"/>
          </p:nvPr>
        </p:nvSpPr>
        <p:spPr/>
        <p:txBody>
          <a:bodyPr/>
          <a:lstStyle/>
          <a:p>
            <a:fld id="{889A65E5-DBEA-4403-B5AD-EED9623CD35E}" type="slidenum">
              <a:t/>
            </a:fld>
            <a:endParaRPr lang="en-US"/>
          </a:p>
        </p:txBody>
      </p:sp>
    </p:spTree>
    <p:extLst>
      <p:ext uri="{BB962C8B-B14F-4D97-AF65-F5344CB8AC3E}">
        <p14:creationId xmlns:p14="http://schemas.microsoft.com/office/powerpoint/2010/main" val="4242705278"/>
      </p:ext>
    </p:extLst>
  </p:cSld>
  <p:clrMapOvr>
    <a:masterClrMapping/>
  </p:clrMapOvr>
</p:notes>
</file>

<file path=ppt/notesSlides/notesSlide_A04_E0E43A0F.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Many users struggle with managing groceries once they leave the store, leading to forgotten items, expired food, and unnecessary repurchasing. The problem is not a lack of intention but a lack of visibility and timely reminders. Receipts are often discarded, expiration dates are inconsistent or unclear, and users rarely have a single, reliable source of truth for what is in their kitchen. Busy parents face time pressure and mental overload, while students often lack experience or planning tools to manage food efficiently on a budget. Existing solutions frequently rely on manual input, which creates friction and discourages sustained use. As a result, food waste becomes an invisible but costly issue, affecting household budgets and contributing to environmental harm. This problem is compounded by the absence of contextual support, such as recipe ideas that adapt to what users already own. Addressing this problem requires automation, intelligence, and a user-centred approach that integrates naturally into daily life rather than adding another task to manage.</a:t>
            </a:r>
          </a:p>
        </p:txBody>
      </p:sp>
      <p:sp>
        <p:nvSpPr>
          <p:cNvPr id="4" name="Slide Number Placeholder 3"/>
          <p:cNvSpPr>
            <a:spLocks noGrp="1"/>
          </p:cNvSpPr>
          <p:nvPr>
            <p:ph type="sldNum" sz="quarter" idx="5"/>
          </p:nvPr>
        </p:nvSpPr>
        <p:spPr/>
        <p:txBody>
          <a:bodyPr/>
          <a:lstStyle/>
          <a:p>
            <a:fld id="{889A65E5-DBEA-4403-B5AD-EED9623CD35E}" type="slidenum">
              <a:t/>
            </a:fld>
            <a:endParaRPr lang="en-US"/>
          </a:p>
        </p:txBody>
      </p:sp>
    </p:spTree>
    <p:extLst>
      <p:ext uri="{BB962C8B-B14F-4D97-AF65-F5344CB8AC3E}">
        <p14:creationId xmlns:p14="http://schemas.microsoft.com/office/powerpoint/2010/main" val="3551358246"/>
      </p:ext>
    </p:extLst>
  </p:cSld>
  <p:clrMapOvr>
    <a:masterClrMapping/>
  </p:clrMapOvr>
</p:notes>
</file>

<file path=ppt/notesSlides/notesSlide_A05_511B9EEC.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feature is designed primarily for two key personas: the busy parent and the eco-conscious student. The busy parent typically juggles work, family, and household responsibilities, leaving little time for detailed food planning. Their primary needs include speed, automation, and clear reminders that prevent food from expiring unnoticed. They value features that reduce repeat shopping trips and help stretch the family budget. In contrast, the eco-conscious student is motivated by sustainability and cost awareness. This persona often shops on a tight budget and is emotionally impacted by wasting food. They seek insights, flexible recipes, and feedback on how their choices reduce waste. While these personas differ in lifestyle, they share a need for clarity, low effort, and actionable guidance. Designing for both ensures the feature remains accessible, empathetic, and adaptable across a broad user base, while still delivering personalised value.</a:t>
            </a:r>
          </a:p>
        </p:txBody>
      </p:sp>
      <p:sp>
        <p:nvSpPr>
          <p:cNvPr id="4" name="Slide Number Placeholder 3"/>
          <p:cNvSpPr>
            <a:spLocks noGrp="1"/>
          </p:cNvSpPr>
          <p:nvPr>
            <p:ph type="sldNum" sz="quarter" idx="5"/>
          </p:nvPr>
        </p:nvSpPr>
        <p:spPr/>
        <p:txBody>
          <a:bodyPr/>
          <a:lstStyle/>
          <a:p>
            <a:fld id="{889A65E5-DBEA-4403-B5AD-EED9623CD35E}" type="slidenum">
              <a:t/>
            </a:fld>
            <a:endParaRPr lang="en-US"/>
          </a:p>
        </p:txBody>
      </p:sp>
    </p:spTree>
    <p:extLst>
      <p:ext uri="{BB962C8B-B14F-4D97-AF65-F5344CB8AC3E}">
        <p14:creationId xmlns:p14="http://schemas.microsoft.com/office/powerpoint/2010/main" val="2797640181"/>
      </p:ext>
    </p:extLst>
  </p:cSld>
  <p:clrMapOvr>
    <a:masterClrMapping/>
  </p:clrMapOvr>
</p:notes>
</file>

<file path=ppt/notesSlides/notesSlide_A06_231059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proposed solution combines receipt scanning, intelligent inventory management, and personalised recipe recommendations into a cohesive experience. Users begin by scanning their grocery receipts, allowing the system to automatically extract purchased items and quantities. These items are then added to a digital inventory, where estimated expiration dates are calculated using a combination of rules and, eventually, machine learning models. The inventory view highlights items that are nearing expiry, drawing attention to what needs to be used soon. To close the loop, the system suggests recipes that prioritise expiring ingredients, while also considering user preferences, dietary needs, and budget constraints. This end-to-end flow transforms raw purchase data into meaningful, timely actions. The solution is designed to be incremental, delivering immediate value in the MVP while allowing more advanced AI capabilities to be layered in over time.</a:t>
            </a:r>
          </a:p>
        </p:txBody>
      </p:sp>
      <p:sp>
        <p:nvSpPr>
          <p:cNvPr id="4" name="Slide Number Placeholder 3"/>
          <p:cNvSpPr>
            <a:spLocks noGrp="1"/>
          </p:cNvSpPr>
          <p:nvPr>
            <p:ph type="sldNum" sz="quarter" idx="5"/>
          </p:nvPr>
        </p:nvSpPr>
        <p:spPr/>
        <p:txBody>
          <a:bodyPr/>
          <a:lstStyle/>
          <a:p>
            <a:fld id="{889A65E5-DBEA-4403-B5AD-EED9623CD35E}" type="slidenum">
              <a:t/>
            </a:fld>
            <a:endParaRPr lang="en-US"/>
          </a:p>
        </p:txBody>
      </p:sp>
    </p:spTree>
    <p:extLst>
      <p:ext uri="{BB962C8B-B14F-4D97-AF65-F5344CB8AC3E}">
        <p14:creationId xmlns:p14="http://schemas.microsoft.com/office/powerpoint/2010/main" val="3549735589"/>
      </p:ext>
    </p:extLst>
  </p:cSld>
  <p:clrMapOvr>
    <a:masterClrMapping/>
  </p:clrMapOvr>
</p:notes>
</file>

<file path=ppt/notesSlides/notesSlide_A07_E06667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AI-powered receipt scanning is the entry point to the feature and a critical enabler of automation. By leveraging optical character recognition (OCR) and natural language processing (NLP), the system can extract item names, quantities, and prices directly from a photographed receipt. This eliminates the need for manual data entry, which is a common barrier to adoption in food tracking apps. The design assumes that OCR accuracy will improve over time, but also provides users with the ability to quickly review and correct extracted items. This human-in-the-loop approach balances efficiency with reliability and helps train future models. Receipt scanning also establishes trust early by demonstrating clear, tangible value within seconds of use. As more receipts are scanned, the system gains richer data to support downstream features such as expiry prediction and personalised recommendations.</a:t>
            </a:r>
          </a:p>
        </p:txBody>
      </p:sp>
      <p:sp>
        <p:nvSpPr>
          <p:cNvPr id="4" name="Slide Number Placeholder 3"/>
          <p:cNvSpPr>
            <a:spLocks noGrp="1"/>
          </p:cNvSpPr>
          <p:nvPr>
            <p:ph type="sldNum" sz="quarter" idx="5"/>
          </p:nvPr>
        </p:nvSpPr>
        <p:spPr/>
        <p:txBody>
          <a:bodyPr/>
          <a:lstStyle/>
          <a:p>
            <a:fld id="{889A65E5-DBEA-4403-B5AD-EED9623CD35E}" type="slidenum">
              <a:t/>
            </a:fld>
            <a:endParaRPr lang="en-US"/>
          </a:p>
        </p:txBody>
      </p:sp>
    </p:spTree>
    <p:extLst>
      <p:ext uri="{BB962C8B-B14F-4D97-AF65-F5344CB8AC3E}">
        <p14:creationId xmlns:p14="http://schemas.microsoft.com/office/powerpoint/2010/main" val="2531141617"/>
      </p:ext>
    </p:extLst>
  </p:cSld>
  <p:clrMapOvr>
    <a:masterClrMapping/>
  </p:clrMapOvr>
</p:notes>
</file>

<file path=ppt/notesSlides/notesSlide_A08_5F268F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smart inventory dashboard serves as the central hub for food management. Its primary purpose is to give users an immediate understanding of what they have and what needs attention. Items are displayed with clear visual indicators based on their estimated expiration status, such as colour coding for expiring soon versus fresh items. This visual hierarchy helps users prioritise decisions without reading detailed information. The dashboard supports quick interactions, such as marking items as used or discarded, which keeps the inventory accurate with minimal effort. Filters and search functions allow users to focus on specific categories or time frames. By making the invisible visible, the inventory dashboard turns passive data into an active decision-making tool that directly supports waste reduction.</a:t>
            </a:r>
          </a:p>
        </p:txBody>
      </p:sp>
      <p:sp>
        <p:nvSpPr>
          <p:cNvPr id="4" name="Slide Number Placeholder 3"/>
          <p:cNvSpPr>
            <a:spLocks noGrp="1"/>
          </p:cNvSpPr>
          <p:nvPr>
            <p:ph type="sldNum" sz="quarter" idx="5"/>
          </p:nvPr>
        </p:nvSpPr>
        <p:spPr/>
        <p:txBody>
          <a:bodyPr/>
          <a:lstStyle/>
          <a:p>
            <a:fld id="{889A65E5-DBEA-4403-B5AD-EED9623CD35E}" type="slidenum">
              <a:t/>
            </a:fld>
            <a:endParaRPr lang="en-US"/>
          </a:p>
        </p:txBody>
      </p:sp>
    </p:spTree>
    <p:extLst>
      <p:ext uri="{BB962C8B-B14F-4D97-AF65-F5344CB8AC3E}">
        <p14:creationId xmlns:p14="http://schemas.microsoft.com/office/powerpoint/2010/main" val="4073106089"/>
      </p:ext>
    </p:extLst>
  </p:cSld>
  <p:clrMapOvr>
    <a:masterClrMapping/>
  </p:clrMapOvr>
</p:notes>
</file>

<file path=ppt/notesSlides/notesSlide_A09_49EC85ED.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Recipe recommendations complete the behavioural loop by transforming awareness into action. Instead of simply telling users that an item is about to expire, the system offers concrete suggestions on how to use it. Recipes are prioritised based on expiring ingredients, while also factoring in user preferences, dietary restrictions, and budget considerations. This ensures relevance and increases the likelihood that users will act on the recommendation. Over time, engagement data can be used to refine suggestions and improve personalisation. The recipe feature also adds an element of delight and discovery, making the experience feel supportive rather than punitive. By integrating inspiration directly into the management flow, the product reduces friction between intention and behaviour.</a:t>
            </a:r>
          </a:p>
        </p:txBody>
      </p:sp>
      <p:sp>
        <p:nvSpPr>
          <p:cNvPr id="4" name="Slide Number Placeholder 3"/>
          <p:cNvSpPr>
            <a:spLocks noGrp="1"/>
          </p:cNvSpPr>
          <p:nvPr>
            <p:ph type="sldNum" sz="quarter" idx="5"/>
          </p:nvPr>
        </p:nvSpPr>
        <p:spPr/>
        <p:txBody>
          <a:bodyPr/>
          <a:lstStyle/>
          <a:p>
            <a:fld id="{889A65E5-DBEA-4403-B5AD-EED9623CD35E}" type="slidenum">
              <a:t/>
            </a:fld>
            <a:endParaRPr lang="en-US"/>
          </a:p>
        </p:txBody>
      </p:sp>
    </p:spTree>
    <p:extLst>
      <p:ext uri="{BB962C8B-B14F-4D97-AF65-F5344CB8AC3E}">
        <p14:creationId xmlns:p14="http://schemas.microsoft.com/office/powerpoint/2010/main" val="1075081421"/>
      </p:ext>
    </p:extLst>
  </p:cSld>
  <p:clrMapOvr>
    <a:masterClrMapping/>
  </p:clrMapOvr>
</p:notes>
</file>

<file path=ppt/slideLayouts/_rels/slideLayout_8000000A_7BC5CB5.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0B_DC9B73FA.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1A_FE92FA3A.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1B_CE87F1C8.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1C_2D74F20B.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1D_5B99CE2D.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1E_94FA769F.xml.rels><?xml version="1.0" encoding="UTF-8" standalone="yes"?>
<Relationships xmlns="http://schemas.openxmlformats.org/package/2006/relationships"><Relationship Id="rId2" Type="http://schemas.openxmlformats.org/officeDocument/2006/relationships/image" Target="../media/image_3BD284CB.jpeg"/><Relationship Id="rId1" Type="http://schemas.openxmlformats.org/officeDocument/2006/relationships/slideMaster" Target="../slideMasters/slideMaster_80000000_BD758D25.xml"/></Relationships>
</file>

<file path=ppt/slideLayouts/_rels/slideLayout_8000001F_DE876817.xml.rels><?xml version="1.0" encoding="UTF-8" standalone="yes"?>
<Relationships xmlns="http://schemas.openxmlformats.org/package/2006/relationships"><Relationship Id="rId2" Type="http://schemas.openxmlformats.org/officeDocument/2006/relationships/image" Target="../media/image_3BD284CB.jpeg"/><Relationship Id="rId1" Type="http://schemas.openxmlformats.org/officeDocument/2006/relationships/slideMaster" Target="../slideMasters/slideMaster_80000000_BD758D25.xml"/></Relationships>
</file>

<file path=ppt/slideLayouts/_rels/slideLayout_8000002A_C985D540.xml.rels><?xml version="1.0" encoding="UTF-8" standalone="yes"?>
<Relationships xmlns="http://schemas.openxmlformats.org/package/2006/relationships"><Relationship Id="rId2" Type="http://schemas.openxmlformats.org/officeDocument/2006/relationships/image" Target="../media/image_D734748B.jpeg"/><Relationship Id="rId1" Type="http://schemas.openxmlformats.org/officeDocument/2006/relationships/slideMaster" Target="../slideMasters/slideMaster_80000000_BD758D25.xml"/></Relationships>
</file>

<file path=ppt/slideLayouts/_rels/slideLayout_8000002B_FA4A8243.xml.rels><?xml version="1.0" encoding="UTF-8" standalone="yes"?>
<Relationships xmlns="http://schemas.openxmlformats.org/package/2006/relationships"><Relationship Id="rId2" Type="http://schemas.openxmlformats.org/officeDocument/2006/relationships/image" Target="../media/image_D734748B.jpeg"/><Relationship Id="rId1" Type="http://schemas.openxmlformats.org/officeDocument/2006/relationships/slideMaster" Target="../slideMasters/slideMaster_80000000_BD758D25.xml"/></Relationships>
</file>

<file path=ppt/slideLayouts/_rels/slideLayout_8000002C_71A60BA5.xml.rels><?xml version="1.0" encoding="UTF-8" standalone="yes"?>
<Relationships xmlns="http://schemas.openxmlformats.org/package/2006/relationships"><Relationship Id="rId3" Type="http://schemas.openxmlformats.org/officeDocument/2006/relationships/image" Target="../media/image_148DA092.jpeg"/><Relationship Id="rId2" Type="http://schemas.openxmlformats.org/officeDocument/2006/relationships/slideMaster" Target="../slideMasters/slideMaster_80000000_BD758D25.xml"/><Relationship Id="rId1" Type="http://schemas.openxmlformats.org/officeDocument/2006/relationships/themeOverride" Target="../theme/themeOverride_8000002C_71A60BA5.xml"/></Relationships>
</file>

<file path=ppt/slideLayouts/_rels/slideLayout_8000002D_C7AF8BB1.xml.rels><?xml version="1.0" encoding="UTF-8" standalone="yes"?>
<Relationships xmlns="http://schemas.openxmlformats.org/package/2006/relationships"><Relationship Id="rId2" Type="http://schemas.openxmlformats.org/officeDocument/2006/relationships/image" Target="../media/image_148DA092.jpeg"/><Relationship Id="rId1" Type="http://schemas.openxmlformats.org/officeDocument/2006/relationships/slideMaster" Target="../slideMasters/slideMaster_80000000_BD758D25.xml"/></Relationships>
</file>

<file path=ppt/slideLayouts/_rels/slideLayout_8000002E_840D7D0.xml.rels><?xml version="1.0" encoding="UTF-8" standalone="yes"?>
<Relationships xmlns="http://schemas.openxmlformats.org/package/2006/relationships"><Relationship Id="rId2" Type="http://schemas.openxmlformats.org/officeDocument/2006/relationships/image" Target="../media/image_148DA092.jpeg"/><Relationship Id="rId1" Type="http://schemas.openxmlformats.org/officeDocument/2006/relationships/slideMaster" Target="../slideMasters/slideMaster_80000000_BD758D25.xml"/></Relationships>
</file>

<file path=ppt/slideLayouts/_rels/slideLayout_8000002F_7BA91FA.xml.rels><?xml version="1.0" encoding="UTF-8" standalone="yes"?>
<Relationships xmlns="http://schemas.openxmlformats.org/package/2006/relationships"><Relationship Id="rId2" Type="http://schemas.openxmlformats.org/officeDocument/2006/relationships/image" Target="../media/image_206F846F.jpeg"/><Relationship Id="rId1" Type="http://schemas.openxmlformats.org/officeDocument/2006/relationships/slideMaster" Target="../slideMasters/slideMaster_80000000_BD758D25.xml"/></Relationships>
</file>

<file path=ppt/slideLayouts/_rels/slideLayout_8000003A_4CD7214B.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3B_701A2E83.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3C_3CB58407.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3D_CAC9248B.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3E_BC0057CF.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3F_74DAC0DC.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01_FD555977.xml.rels><?xml version="1.0" encoding="UTF-8" standalone="yes"?>
<Relationships xmlns="http://schemas.openxmlformats.org/package/2006/relationships"><Relationship Id="rId2" Type="http://schemas.openxmlformats.org/officeDocument/2006/relationships/image" Target="../media/image_148DA092.jpeg"/><Relationship Id="rId1" Type="http://schemas.openxmlformats.org/officeDocument/2006/relationships/slideMaster" Target="../slideMasters/slideMaster_80000000_BD758D25.xml"/></Relationships>
</file>

<file path=ppt/slideLayouts/_rels/slideLayout_80000002_6578AF99.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03_FE674365.xml.rels><?xml version="1.0" encoding="UTF-8" standalone="yes"?>
<Relationships xmlns="http://schemas.openxmlformats.org/package/2006/relationships"><Relationship Id="rId2" Type="http://schemas.openxmlformats.org/officeDocument/2006/relationships/image" Target="../media/image_148DA092.jpeg"/><Relationship Id="rId1" Type="http://schemas.openxmlformats.org/officeDocument/2006/relationships/slideMaster" Target="../slideMasters/slideMaster_80000000_BD758D25.xml"/></Relationships>
</file>

<file path=ppt/slideLayouts/_rels/slideLayout_80000004_B095ACE.xml.rels><?xml version="1.0" encoding="UTF-8" standalone="yes"?>
<Relationships xmlns="http://schemas.openxmlformats.org/package/2006/relationships"><Relationship Id="rId2" Type="http://schemas.openxmlformats.org/officeDocument/2006/relationships/image" Target="../media/image_148DA092.jpeg"/><Relationship Id="rId1" Type="http://schemas.openxmlformats.org/officeDocument/2006/relationships/slideMaster" Target="../slideMasters/slideMaster_80000000_BD758D25.xml"/></Relationships>
</file>

<file path=ppt/slideLayouts/_rels/slideLayout_80000005_B95BC673.xml.rels><?xml version="1.0" encoding="UTF-8" standalone="yes"?>
<Relationships xmlns="http://schemas.openxmlformats.org/package/2006/relationships"><Relationship Id="rId2" Type="http://schemas.openxmlformats.org/officeDocument/2006/relationships/image" Target="../media/image_139EF7F0.jpeg"/><Relationship Id="rId1" Type="http://schemas.openxmlformats.org/officeDocument/2006/relationships/slideMaster" Target="../slideMasters/slideMaster_80000000_BD758D25.xml"/></Relationships>
</file>

<file path=ppt/slideLayouts/_rels/slideLayout_80000006_E0CBC610.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07_1224224D.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08_57EC1379.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09_2E9EB4BD.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18_522DC11B.xml.rels><?xml version="1.0" encoding="UTF-8" standalone="yes"?>
<Relationships xmlns="http://schemas.openxmlformats.org/package/2006/relationships"><Relationship Id="rId2" Type="http://schemas.openxmlformats.org/officeDocument/2006/relationships/image" Target="../media/image_3BD284CB.jpeg"/><Relationship Id="rId1" Type="http://schemas.openxmlformats.org/officeDocument/2006/relationships/slideMaster" Target="../slideMasters/slideMaster_80000000_BD758D25.xml"/></Relationships>
</file>

<file path=ppt/slideLayouts/_rels/slideLayout_80000019_8B2A220E.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20_906DCF21.xml.rels><?xml version="1.0" encoding="UTF-8" standalone="yes"?>
<Relationships xmlns="http://schemas.openxmlformats.org/package/2006/relationships"><Relationship Id="rId2" Type="http://schemas.openxmlformats.org/officeDocument/2006/relationships/image" Target="../media/image_3250056E.jpeg"/><Relationship Id="rId1" Type="http://schemas.openxmlformats.org/officeDocument/2006/relationships/slideMaster" Target="../slideMasters/slideMaster_80000000_BD758D25.xml"/></Relationships>
</file>

<file path=ppt/slideLayouts/_rels/slideLayout_80000021_A234460A.xml.rels><?xml version="1.0" encoding="UTF-8" standalone="yes"?>
<Relationships xmlns="http://schemas.openxmlformats.org/package/2006/relationships"><Relationship Id="rId2" Type="http://schemas.openxmlformats.org/officeDocument/2006/relationships/image" Target="../media/image_3250056E.jpeg"/><Relationship Id="rId1" Type="http://schemas.openxmlformats.org/officeDocument/2006/relationships/slideMaster" Target="../slideMasters/slideMaster_80000000_BD758D25.xml"/></Relationships>
</file>

<file path=ppt/slideLayouts/_rels/slideLayout_80000022_A2A9CEE0.xml.rels><?xml version="1.0" encoding="UTF-8" standalone="yes"?>
<Relationships xmlns="http://schemas.openxmlformats.org/package/2006/relationships"><Relationship Id="rId2" Type="http://schemas.openxmlformats.org/officeDocument/2006/relationships/image" Target="../media/image_206F846F.jpeg"/><Relationship Id="rId1" Type="http://schemas.openxmlformats.org/officeDocument/2006/relationships/slideMaster" Target="../slideMasters/slideMaster_80000000_BD758D25.xml"/></Relationships>
</file>

<file path=ppt/slideLayouts/_rels/slideLayout_80000023_9B84B66C.xml.rels><?xml version="1.0" encoding="UTF-8" standalone="yes"?>
<Relationships xmlns="http://schemas.openxmlformats.org/package/2006/relationships"><Relationship Id="rId2" Type="http://schemas.openxmlformats.org/officeDocument/2006/relationships/image" Target="../media/image_13795EB.jpeg"/><Relationship Id="rId1" Type="http://schemas.openxmlformats.org/officeDocument/2006/relationships/slideMaster" Target="../slideMasters/slideMaster_80000000_BD758D25.xml"/></Relationships>
</file>

<file path=ppt/slideLayouts/_rels/slideLayout_80000024_71712118.xml.rels><?xml version="1.0" encoding="UTF-8" standalone="yes"?>
<Relationships xmlns="http://schemas.openxmlformats.org/package/2006/relationships"><Relationship Id="rId2" Type="http://schemas.openxmlformats.org/officeDocument/2006/relationships/image" Target="../media/image_206F846F.jpeg"/><Relationship Id="rId1" Type="http://schemas.openxmlformats.org/officeDocument/2006/relationships/slideMaster" Target="../slideMasters/slideMaster_80000000_BD758D25.xml"/></Relationships>
</file>

<file path=ppt/slideLayouts/_rels/slideLayout_80000025_686CC493.xml.rels><?xml version="1.0" encoding="UTF-8" standalone="yes"?>
<Relationships xmlns="http://schemas.openxmlformats.org/package/2006/relationships"><Relationship Id="rId2" Type="http://schemas.openxmlformats.org/officeDocument/2006/relationships/image" Target="../media/image_13795EB.jpeg"/><Relationship Id="rId1" Type="http://schemas.openxmlformats.org/officeDocument/2006/relationships/slideMaster" Target="../slideMasters/slideMaster_80000000_BD758D25.xml"/></Relationships>
</file>

<file path=ppt/slideLayouts/_rels/slideLayout_80000026_86E4C837.xml.rels><?xml version="1.0" encoding="UTF-8" standalone="yes"?>
<Relationships xmlns="http://schemas.openxmlformats.org/package/2006/relationships"><Relationship Id="rId2" Type="http://schemas.openxmlformats.org/officeDocument/2006/relationships/image" Target="../media/image_148DA092.jpeg"/><Relationship Id="rId1" Type="http://schemas.openxmlformats.org/officeDocument/2006/relationships/slideMaster" Target="../slideMasters/slideMaster_80000000_BD758D25.xml"/></Relationships>
</file>

<file path=ppt/slideLayouts/_rels/slideLayout_80000027_D71F517B.xml.rels><?xml version="1.0" encoding="UTF-8" standalone="yes"?>
<Relationships xmlns="http://schemas.openxmlformats.org/package/2006/relationships"><Relationship Id="rId2" Type="http://schemas.openxmlformats.org/officeDocument/2006/relationships/image" Target="../media/image_148DA092.jpeg"/><Relationship Id="rId1" Type="http://schemas.openxmlformats.org/officeDocument/2006/relationships/slideMaster" Target="../slideMasters/slideMaster_80000000_BD758D25.xml"/></Relationships>
</file>

<file path=ppt/slideLayouts/_rels/slideLayout_80000028_E6E6BCFF.xml.rels><?xml version="1.0" encoding="UTF-8" standalone="yes"?>
<Relationships xmlns="http://schemas.openxmlformats.org/package/2006/relationships"><Relationship Id="rId2" Type="http://schemas.openxmlformats.org/officeDocument/2006/relationships/image" Target="../media/image_139EF7F0.jpeg"/><Relationship Id="rId1" Type="http://schemas.openxmlformats.org/officeDocument/2006/relationships/slideMaster" Target="../slideMasters/slideMaster_80000000_BD758D25.xml"/></Relationships>
</file>

<file path=ppt/slideLayouts/_rels/slideLayout_80000029_19208ED7.xml.rels><?xml version="1.0" encoding="UTF-8" standalone="yes"?>
<Relationships xmlns="http://schemas.openxmlformats.org/package/2006/relationships"><Relationship Id="rId2" Type="http://schemas.openxmlformats.org/officeDocument/2006/relationships/image" Target="../media/image_D734748B.jpeg"/><Relationship Id="rId1" Type="http://schemas.openxmlformats.org/officeDocument/2006/relationships/slideMaster" Target="../slideMasters/slideMaster_80000000_BD758D25.xml"/></Relationships>
</file>

<file path=ppt/slideLayouts/_rels/slideLayout_80000030_49D74431.xml.rels><?xml version="1.0" encoding="UTF-8" standalone="yes"?>
<Relationships xmlns="http://schemas.openxmlformats.org/package/2006/relationships"><Relationship Id="rId2" Type="http://schemas.openxmlformats.org/officeDocument/2006/relationships/image" Target="../media/image_13795EB.jpeg"/><Relationship Id="rId1" Type="http://schemas.openxmlformats.org/officeDocument/2006/relationships/slideMaster" Target="../slideMasters/slideMaster_80000000_BD758D25.xml"/></Relationships>
</file>

<file path=ppt/slideLayouts/_rels/slideLayout_80000031_DBB714A1.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32_B120391A.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33_9475F706.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34_75528FBD.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35_BC7D4214.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36_6A78884A.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37_25984681.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38_FFD0E306.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39_F3EE73F8.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40_7B624A21.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41_59D72170.xml.rels><?xml version="1.0" encoding="UTF-8" standalone="yes"?>
<Relationships xmlns="http://schemas.openxmlformats.org/package/2006/relationships"><Relationship Id="rId2" Type="http://schemas.openxmlformats.org/officeDocument/2006/relationships/image" Target="../media/image_206F846F.jpeg"/><Relationship Id="rId1" Type="http://schemas.openxmlformats.org/officeDocument/2006/relationships/slideMaster" Target="../slideMasters/slideMaster_80000000_BD758D25.xml"/></Relationships>
</file>

<file path=ppt/slideLayouts/_rels/slideLayout_80000042_CF51133C.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_rels/slideLayout_80000043_9172B2D9.xml.rels><?xml version="1.0" encoding="UTF-8" standalone="yes"?>
<Relationships xmlns="http://schemas.openxmlformats.org/package/2006/relationships"><Relationship Id="rId1" Type="http://schemas.openxmlformats.org/officeDocument/2006/relationships/slideMaster" Target="../slideMasters/slideMaster_80000000_BD758D25.xml"/></Relationships>
</file>

<file path=ppt/slideLayouts/slideLayout_8000000A_7BC5CB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C53C90-8C33-0C80-CBD4-B3BEE604E231}"/>
              </a:ext>
            </a:extLst>
          </p:cNvPr>
          <p:cNvSpPr>
            <a:spLocks noGrp="1"/>
          </p:cNvSpPr>
          <p:nvPr>
            <p:ph type="title"/>
          </p:nvPr>
        </p:nvSpPr>
        <p:spPr>
          <a:xfrm>
            <a:off x="111758" y="1869103"/>
            <a:ext cx="9337042" cy="4906929"/>
          </a:xfrm>
        </p:spPr>
        <p:txBody>
          <a:bodyPr>
            <a:normAutofit/>
          </a:bodyPr>
          <a:lstStyle>
            <a:lvl1pPr>
              <a:defRPr sz="76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40AF3A47-30BD-48ED-B24C-72550184F18C}"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1297850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B_DC9B73FA.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8" y="667512"/>
            <a:ext cx="8467344" cy="1554480"/>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77440"/>
            <a:ext cx="8467558" cy="3657600"/>
          </a:xfrm>
        </p:spPr>
        <p:txBody>
          <a:bodyPr>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C8801CDB-E382-4EF7-B22D-9B8EF43F5F55}" type="datetime1">
              <a:rPr lang="en-US" smtClean="0"/>
              <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3701175290"/>
      </p:ext>
    </p:extLst>
  </p:cSld>
  <p:clrMapOvr>
    <a:masterClrMapping/>
  </p:clrMapOvr>
</p:sldLayout>
</file>

<file path=ppt/slideLayouts/slideLayout_8000001A_FE92FA3A.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47537" y="1731332"/>
            <a:ext cx="3493858" cy="3456894"/>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727014"/>
            <a:ext cx="4956175" cy="3461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C8C2365-F937-4D21-8B64-8C03EF9F294E}"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4271045178"/>
      </p:ext>
    </p:extLst>
  </p:cSld>
  <p:clrMapOvr>
    <a:masterClrMapping/>
  </p:clrMapOvr>
</p:sldLayout>
</file>

<file path=ppt/slideLayouts/slideLayout_8000001B_CE87F1C8.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389134"/>
            <a:ext cx="604539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C1EDFBA-7753-4E48-AD20-F8E5B4AA5DA2}"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3465015752"/>
      </p:ext>
    </p:extLst>
  </p:cSld>
  <p:clrMapOvr>
    <a:masterClrMapping/>
  </p:clrMapOvr>
</p:sldLayout>
</file>

<file path=ppt/slideLayouts/slideLayout_8000001C_2D74F20B.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1050111"/>
            <a:ext cx="3496147" cy="4940661"/>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75703"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9404F54-6A58-42E8-9EE4-B3534BE78EE8}"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762638859"/>
      </p:ext>
    </p:extLst>
  </p:cSld>
  <p:clrMapOvr>
    <a:masterClrMapping/>
  </p:clrMapOvr>
</p:sldLayout>
</file>

<file path=ppt/slideLayouts/slideLayout_8000001D_5B99CE2D.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vert="horz" lIns="91440" tIns="45720" rIns="91440" bIns="45720" rtlCol="0" anchor="t">
            <a:normAutofit/>
          </a:bodyPr>
          <a:lstStyle>
            <a:lvl1pPr>
              <a:defRPr lang="en-US" sz="2500" dirty="0"/>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4D3119F-3F76-4C2D-9DC6-B3EF1D458F7E}"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1536806445"/>
      </p:ext>
    </p:extLst>
  </p:cSld>
  <p:clrMapOvr>
    <a:masterClrMapping/>
  </p:clrMapOvr>
</p:sldLayout>
</file>

<file path=ppt/slideLayouts/slideLayout_8000001E_94FA769F.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12648"/>
            <a:ext cx="6426389" cy="114300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776D7966-C015-4B65-9ED4-8139C42C131A}" type="datetime1">
              <a:rPr lang="en-US" smtClean="0"/>
              <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2499442335"/>
      </p:ext>
    </p:extLst>
  </p:cSld>
  <p:clrMapOvr>
    <a:masterClrMapping/>
  </p:clrMapOvr>
</p:sldLayout>
</file>

<file path=ppt/slideLayouts/slideLayout_8000001F_DE876817.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09600"/>
            <a:ext cx="6339541" cy="114300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75104"/>
            <a:ext cx="6339414"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lstStyle/>
          <a:p>
            <a:endParaRPr lang="en-US"/>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lstStyle/>
          <a:p>
            <a:fld id="{FB8C8CAA-A4DC-46F1-90CA-8825CED8C56A}" type="datetime1">
              <a:rPr lang="en-US" smtClean="0"/>
              <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lstStyle/>
          <a:p>
            <a:fld id="{0B3A8078-5A32-4B09-ABA5-7ABEFD22E08A}" type="slidenum">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733415959"/>
      </p:ext>
    </p:extLst>
  </p:cSld>
  <p:clrMapOvr>
    <a:masterClrMapping/>
  </p:clrMapOvr>
</p:sldLayout>
</file>

<file path=ppt/slideLayouts/slideLayout_8000002A_C985D54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712508"/>
            <a:ext cx="3014218" cy="2019782"/>
          </a:xfrm>
        </p:spPr>
        <p:txBody>
          <a:bodyPr vert="horz" lIns="91440" tIns="45720" rIns="91440" bIns="45720" rtlCol="0" anchor="t">
            <a:normAutofit/>
          </a:bodyPr>
          <a:lstStyle>
            <a:lvl1pPr>
              <a:defRPr lang="en-US" sz="2500"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1064" y="1"/>
            <a:ext cx="10734656" cy="3260034"/>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680652"/>
            <a:ext cx="7460029" cy="255878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F745949-EAED-4DAA-A18C-726A0186E38A}"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3380991296"/>
      </p:ext>
    </p:extLst>
  </p:cSld>
  <p:clrMapOvr>
    <a:masterClrMapping/>
  </p:clrMapOvr>
</p:sldLayout>
</file>

<file path=ppt/slideLayouts/slideLayout_8000002B_FA4A824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707477"/>
            <a:ext cx="3021873" cy="1773540"/>
          </a:xfrm>
        </p:spPr>
        <p:txBody>
          <a:bodyPr vert="horz" lIns="91440" tIns="45720" rIns="91440" bIns="45720" rtlCol="0" anchor="t">
            <a:normAutofit/>
          </a:bodyPr>
          <a:lstStyle>
            <a:lvl1pPr>
              <a:defRPr lang="en-US" sz="2500" dirty="0"/>
            </a:lvl1pPr>
          </a:lstStyle>
          <a:p>
            <a:pPr lvl="0"/>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707476"/>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p:spPr>
        <p:txBody>
          <a:bodyPr/>
          <a:lstStyle/>
          <a:p>
            <a:fld id="{B422FEFE-720E-4025-8555-6A39111555E0}"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p:spPr>
        <p:txBody>
          <a:bodyPr/>
          <a:lstStyle/>
          <a:p>
            <a:fld id="{0B3A8078-5A32-4B09-ABA5-7ABEFD22E08A}" type="slidenum">
              <a:rPr lang="en-US" smtClean="0"/>
              <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4199187011"/>
      </p:ext>
    </p:extLst>
  </p:cSld>
  <p:clrMapOvr>
    <a:masterClrMapping/>
  </p:clrMapOvr>
</p:sldLayout>
</file>

<file path=ppt/slideLayouts/slideLayout_8000002C_71A60BA5.xml><?xml version="1.0" encoding="utf-8"?>
<p:sldLayout xmlns:a="http://schemas.openxmlformats.org/drawingml/2006/main" xmlns:r="http://schemas.openxmlformats.org/officeDocument/2006/relationships" xmlns:p="http://schemas.openxmlformats.org/presentationml/2006/main" preserve="1">
  <p:cSld name="Content with Picture 1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712912"/>
            <a:ext cx="4485564" cy="4613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05552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232969" y="6343955"/>
            <a:ext cx="1449697" cy="365125"/>
          </a:xfrm>
        </p:spPr>
        <p:txBody>
          <a:bodyPr/>
          <a:lstStyle/>
          <a:p>
            <a:fld id="{461E7FA1-D3D3-45D3-A822-0737BAD8B3CA}" type="datetime1">
              <a:rPr lang="en-US" smtClean="0"/>
              <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682667" y="6343955"/>
            <a:ext cx="443060" cy="365125"/>
          </a:xfrm>
        </p:spPr>
        <p:txBody>
          <a:bodyPr/>
          <a:lstStyle/>
          <a:p>
            <a:fld id="{0B3A8078-5A32-4B09-ABA5-7ABEFD22E08A}" type="slidenum">
              <a:rPr lang="en-US" smtClean="0"/>
              <a:t/>
            </a:fld>
            <a:endParaRPr lang="en-US"/>
          </a:p>
        </p:txBody>
      </p:sp>
      <p:sp>
        <p:nvSpPr>
          <p:cNvPr id="5" name="Picture Placeholder 4">
            <a:extLst>
              <a:ext uri="{FF2B5EF4-FFF2-40B4-BE49-F238E27FC236}">
                <a16:creationId xmlns:a16="http://schemas.microsoft.com/office/drawing/2014/main" id="{B1EBBFE7-73C3-3FA5-7EE3-B7845CF7CAEC}"/>
              </a:ext>
            </a:extLst>
          </p:cNvPr>
          <p:cNvSpPr>
            <a:spLocks noGrp="1"/>
          </p:cNvSpPr>
          <p:nvPr>
            <p:ph type="pic" sz="quarter" idx="18" hasCustomPrompt="1"/>
          </p:nvPr>
        </p:nvSpPr>
        <p:spPr>
          <a:xfrm>
            <a:off x="5659438" y="1712913"/>
            <a:ext cx="6532562" cy="5145087"/>
          </a:xfrm>
          <a:blipFill dpi="0" rotWithShape="1">
            <a:blip r:embed="rId3">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906707365"/>
      </p:ext>
    </p:extLst>
  </p:cSld>
  <p:clrMapOvr>
    <a:overrideClrMapping bg1="lt1" tx1="dk1" bg2="lt2" tx2="dk2" accent1="accent1" accent2="accent2" accent3="accent3" accent4="accent4" accent5="accent5" accent6="accent6" hlink="hlink" folHlink="folHlink"/>
  </p:clrMapOvr>
</p:sldLayout>
</file>

<file path=ppt/slideLayouts/slideLayout_8000002D_C7AF8BB1.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5737221" y="1912938"/>
            <a:ext cx="5741992" cy="4224337"/>
          </a:xfrm>
          <a:blipFill>
            <a:blip r:embed="rId2">
              <a:alphaModFix amt="60000"/>
            </a:blip>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799397A0-9AE0-44FE-9383-9D0B376C2D93}" type="datetime1">
              <a:rPr lang="en-US" smtClean="0"/>
              <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3350170545"/>
      </p:ext>
    </p:extLst>
  </p:cSld>
  <p:clrMapOvr>
    <a:masterClrMapping/>
  </p:clrMapOvr>
</p:sldLayout>
</file>

<file path=ppt/slideLayouts/slideLayout_8000002E_840D7D0.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7784"/>
            <a:ext cx="10969753" cy="93268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5" name="Picture Placeholder 4">
            <a:extLst>
              <a:ext uri="{FF2B5EF4-FFF2-40B4-BE49-F238E27FC236}">
                <a16:creationId xmlns:a16="http://schemas.microsoft.com/office/drawing/2014/main" id="{AA37C0C1-9469-8309-7EC0-2377516265CC}"/>
              </a:ext>
            </a:extLst>
          </p:cNvPr>
          <p:cNvSpPr>
            <a:spLocks noGrp="1"/>
          </p:cNvSpPr>
          <p:nvPr>
            <p:ph type="pic" sz="quarter" idx="18" hasCustomPrompt="1"/>
          </p:nvPr>
        </p:nvSpPr>
        <p:spPr>
          <a:xfrm>
            <a:off x="0" y="1712913"/>
            <a:ext cx="6532563" cy="5145087"/>
          </a:xfrm>
          <a:blipFill>
            <a:blip r:embed="rId2">
              <a:alphaModFix amt="6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712911"/>
            <a:ext cx="4479145" cy="4617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103254" y="6343955"/>
            <a:ext cx="2144113"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p:spPr>
        <p:txBody>
          <a:bodyPr/>
          <a:lstStyle/>
          <a:p>
            <a:fld id="{7346FE6F-3FD2-4A0D-8B5D-54E0F2FA90D1}" type="datetime1">
              <a:rPr lang="en-US" smtClean="0"/>
              <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138467280"/>
      </p:ext>
    </p:extLst>
  </p:cSld>
  <p:clrMapOvr>
    <a:masterClrMapping/>
  </p:clrMapOvr>
</p:sldLayout>
</file>

<file path=ppt/slideLayouts/slideLayout_8000002F_7BA91FA.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FA607B2-F390-4DA6-9860-93DE63061783}"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129667578"/>
      </p:ext>
    </p:extLst>
  </p:cSld>
  <p:clrMapOvr>
    <a:masterClrMapping/>
  </p:clrMapOvr>
</p:sldLayout>
</file>

<file path=ppt/slideLayouts/slideLayout_8000003A_4CD7214B.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4955722"/>
            <a:ext cx="8863084" cy="669472"/>
          </a:xfrm>
        </p:spPr>
        <p:txBody>
          <a:bodyPr anchor="ctr">
            <a:normAutofit/>
          </a:bodyPr>
          <a:lstStyle>
            <a:lvl1pPr algn="r" rtl="0">
              <a:lnSpc>
                <a:spcPct val="120000"/>
              </a:lnSpc>
              <a:defRPr sz="2000" spc="0">
                <a:solidFill>
                  <a:schemeClr val="tx1"/>
                </a:solidFill>
                <a:latin typeface="+mn-lt"/>
              </a:defRPr>
            </a:lvl1pPr>
          </a:lstStyle>
          <a:p>
            <a:r>
              <a:rPr lang="en-US"/>
              <a:t>Quote Author</a:t>
            </a:r>
          </a:p>
        </p:txBody>
      </p:sp>
      <p:sp>
        <p:nvSpPr>
          <p:cNvPr id="6" name="Content Placeholder 6">
            <a:extLst>
              <a:ext uri="{FF2B5EF4-FFF2-40B4-BE49-F238E27FC236}">
                <a16:creationId xmlns:a16="http://schemas.microsoft.com/office/drawing/2014/main" id="{D5A517B9-8575-2710-B645-B4087611DC01}"/>
              </a:ext>
            </a:extLst>
          </p:cNvPr>
          <p:cNvSpPr>
            <a:spLocks noGrp="1"/>
          </p:cNvSpPr>
          <p:nvPr>
            <p:ph sz="quarter" idx="14" hasCustomPrompt="1"/>
          </p:nvPr>
        </p:nvSpPr>
        <p:spPr>
          <a:xfrm>
            <a:off x="1677007" y="1344168"/>
            <a:ext cx="8860536" cy="3291840"/>
          </a:xfrm>
        </p:spPr>
        <p:txBody>
          <a:bodyPr anchor="ctr">
            <a:normAutofit/>
          </a:bodyPr>
          <a:lstStyle>
            <a:lvl1pPr marL="164592" indent="-164592">
              <a:lnSpc>
                <a:spcPct val="100000"/>
              </a:lnSpc>
              <a:spcBef>
                <a:spcPts val="0"/>
              </a:spcBef>
              <a:buNone/>
              <a:defRPr sz="4800">
                <a:latin typeface="+mj-lt"/>
              </a:defRPr>
            </a:lvl1pPr>
          </a:lstStyle>
          <a:p>
            <a:pPr lvl="0"/>
            <a:r>
              <a:rPr lang="en-US"/>
              <a:t>Click to add Quote</a:t>
            </a:r>
          </a:p>
        </p:txBody>
      </p:sp>
      <p:sp>
        <p:nvSpPr>
          <p:cNvPr id="9" name="Footer Placeholder 8">
            <a:extLst>
              <a:ext uri="{FF2B5EF4-FFF2-40B4-BE49-F238E27FC236}">
                <a16:creationId xmlns:a16="http://schemas.microsoft.com/office/drawing/2014/main" id="{CE6CE971-D015-B560-F85A-E81C2D01E315}"/>
              </a:ext>
            </a:extLst>
          </p:cNvPr>
          <p:cNvSpPr>
            <a:spLocks noGrp="1"/>
          </p:cNvSpPr>
          <p:nvPr>
            <p:ph type="ftr" sz="quarter" idx="16"/>
          </p:nvPr>
        </p:nvSpPr>
        <p:spPr/>
        <p:txBody>
          <a:bodyPr/>
          <a:lstStyle/>
          <a:p>
            <a:endParaRPr lang="en-US"/>
          </a:p>
        </p:txBody>
      </p:sp>
      <p:sp>
        <p:nvSpPr>
          <p:cNvPr id="8" name="Date Placeholder 7">
            <a:extLst>
              <a:ext uri="{FF2B5EF4-FFF2-40B4-BE49-F238E27FC236}">
                <a16:creationId xmlns:a16="http://schemas.microsoft.com/office/drawing/2014/main" id="{9CB5CECC-D3ED-809F-AAE7-0FEF839E5E8C}"/>
              </a:ext>
            </a:extLst>
          </p:cNvPr>
          <p:cNvSpPr>
            <a:spLocks noGrp="1"/>
          </p:cNvSpPr>
          <p:nvPr>
            <p:ph type="dt" sz="half" idx="15"/>
          </p:nvPr>
        </p:nvSpPr>
        <p:spPr/>
        <p:txBody>
          <a:bodyPr/>
          <a:lstStyle/>
          <a:p>
            <a:fld id="{275B8498-8C56-40DC-A723-E47CC71A46CD}" type="datetime1">
              <a:rPr lang="en-US" smtClean="0"/>
              <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lgn="r" rtl="0">
              <a:defRPr/>
            </a:lvl1pPr>
          </a:lstStyle>
          <a:p>
            <a:pPr algn="r" rtl="0"/>
            <a:fld id="{0B3A8078-5A32-4B09-ABA5-7ABEFD22E08A}" type="slidenum">
              <a:rPr lang="en-US" smtClean="0"/>
              <a:pPr/>
              <a:t/>
            </a:fld>
            <a:endParaRPr lang="en-US"/>
          </a:p>
        </p:txBody>
      </p:sp>
    </p:spTree>
    <p:extLst>
      <p:ext uri="{BB962C8B-B14F-4D97-AF65-F5344CB8AC3E}">
        <p14:creationId xmlns:p14="http://schemas.microsoft.com/office/powerpoint/2010/main" val="1289167179"/>
      </p:ext>
    </p:extLst>
  </p:cSld>
  <p:clrMapOvr>
    <a:overrideClrMapping bg1="dk1" tx1="lt1" bg2="dk2" tx2="lt2" accent1="accent1" accent2="accent2" accent3="accent3" accent4="accent4" accent5="accent5" accent6="accent6" hlink="hlink" folHlink="folHlink"/>
  </p:clrMapOvr>
</p:sldLayout>
</file>

<file path=ppt/slideLayouts/slideLayout_8000003B_701A2E83.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4893733"/>
            <a:ext cx="5638800" cy="788610"/>
          </a:xfrm>
        </p:spPr>
        <p:txBody>
          <a:bodyPr anchor="ctr">
            <a:normAutofit/>
          </a:bodyPr>
          <a:lstStyle>
            <a:lvl1pPr algn="r" rtl="0">
              <a:lnSpc>
                <a:spcPct val="120000"/>
              </a:lnSpc>
              <a:defRPr sz="2000" b="1" spc="0">
                <a:solidFill>
                  <a:schemeClr val="accent1">
                    <a:lumMod val="75000"/>
                  </a:schemeClr>
                </a:solidFill>
                <a:latin typeface="+mn-lt"/>
              </a:defRPr>
            </a:lvl1pPr>
          </a:lstStyle>
          <a:p>
            <a:r>
              <a:rPr lang="en-US"/>
              <a:t>Quote Author</a:t>
            </a:r>
          </a:p>
        </p:txBody>
      </p:sp>
      <p:sp>
        <p:nvSpPr>
          <p:cNvPr id="6" name="Content Placeholder 6">
            <a:extLst>
              <a:ext uri="{FF2B5EF4-FFF2-40B4-BE49-F238E27FC236}">
                <a16:creationId xmlns:a16="http://schemas.microsoft.com/office/drawing/2014/main" id="{21712D21-58D6-EFB8-0267-D33F06AFD377}"/>
              </a:ext>
            </a:extLst>
          </p:cNvPr>
          <p:cNvSpPr>
            <a:spLocks noGrp="1"/>
          </p:cNvSpPr>
          <p:nvPr>
            <p:ph sz="quarter" idx="14" hasCustomPrompt="1"/>
          </p:nvPr>
        </p:nvSpPr>
        <p:spPr>
          <a:xfrm>
            <a:off x="1860635" y="1385644"/>
            <a:ext cx="8485632" cy="3374136"/>
          </a:xfrm>
        </p:spPr>
        <p:txBody>
          <a:bodyPr anchor="ctr">
            <a:normAutofit/>
          </a:bodyPr>
          <a:lstStyle>
            <a:lvl1pPr marL="164592" indent="-164592">
              <a:lnSpc>
                <a:spcPct val="100000"/>
              </a:lnSpc>
              <a:spcBef>
                <a:spcPts val="0"/>
              </a:spcBef>
              <a:buNone/>
              <a:defRPr sz="5400">
                <a:latin typeface="+mj-lt"/>
              </a:defRPr>
            </a:lvl1pPr>
          </a:lstStyle>
          <a:p>
            <a:pPr lvl="0"/>
            <a:r>
              <a:rPr lang="en-US"/>
              <a:t>Click to add Quote</a:t>
            </a:r>
          </a:p>
        </p:txBody>
      </p:sp>
      <p:sp>
        <p:nvSpPr>
          <p:cNvPr id="9" name="Footer Placeholder 8">
            <a:extLst>
              <a:ext uri="{FF2B5EF4-FFF2-40B4-BE49-F238E27FC236}">
                <a16:creationId xmlns:a16="http://schemas.microsoft.com/office/drawing/2014/main" id="{304DE6F3-B646-D2A0-21DC-EB265FD53B72}"/>
              </a:ext>
            </a:extLst>
          </p:cNvPr>
          <p:cNvSpPr>
            <a:spLocks noGrp="1"/>
          </p:cNvSpPr>
          <p:nvPr>
            <p:ph type="ftr" sz="quarter" idx="16"/>
          </p:nvPr>
        </p:nvSpPr>
        <p:spPr/>
        <p:txBody>
          <a:bodyPr/>
          <a:lstStyle/>
          <a:p>
            <a:endParaRPr lang="en-US"/>
          </a:p>
        </p:txBody>
      </p:sp>
      <p:sp>
        <p:nvSpPr>
          <p:cNvPr id="8" name="Date Placeholder 7">
            <a:extLst>
              <a:ext uri="{FF2B5EF4-FFF2-40B4-BE49-F238E27FC236}">
                <a16:creationId xmlns:a16="http://schemas.microsoft.com/office/drawing/2014/main" id="{1B8E8F60-5105-1D33-1AB6-455A837108F1}"/>
              </a:ext>
            </a:extLst>
          </p:cNvPr>
          <p:cNvSpPr>
            <a:spLocks noGrp="1"/>
          </p:cNvSpPr>
          <p:nvPr>
            <p:ph type="dt" sz="half" idx="15"/>
          </p:nvPr>
        </p:nvSpPr>
        <p:spPr/>
        <p:txBody>
          <a:bodyPr/>
          <a:lstStyle/>
          <a:p>
            <a:fld id="{0A8DCEB5-6924-4269-BD9F-906E3F104808}" type="datetime1">
              <a:rPr lang="en-US" smtClean="0"/>
              <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lgn="r" rtl="0">
              <a:defRPr/>
            </a:lvl1pPr>
          </a:lstStyle>
          <a:p>
            <a:pPr algn="r" rtl="0"/>
            <a:fld id="{0B3A8078-5A32-4B09-ABA5-7ABEFD22E08A}" type="slidenum">
              <a:rPr lang="en-US" smtClean="0"/>
              <a:pPr/>
              <a:t/>
            </a:fld>
            <a:endParaRPr lang="en-US"/>
          </a:p>
        </p:txBody>
      </p:sp>
    </p:spTree>
    <p:extLst>
      <p:ext uri="{BB962C8B-B14F-4D97-AF65-F5344CB8AC3E}">
        <p14:creationId xmlns:p14="http://schemas.microsoft.com/office/powerpoint/2010/main" val="1880764035"/>
      </p:ext>
    </p:extLst>
  </p:cSld>
  <p:clrMapOvr>
    <a:masterClrMapping/>
  </p:clrMapOvr>
</p:sldLayout>
</file>

<file path=ppt/slideLayouts/slideLayout_8000003C_3CB5840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12064"/>
            <a:ext cx="10741152" cy="969264"/>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825625"/>
            <a:ext cx="507523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20411D3-6060-42C4-99E2-6A425CC677FA}"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1018528775"/>
      </p:ext>
    </p:extLst>
  </p:cSld>
  <p:clrMapOvr>
    <a:masterClrMapping/>
  </p:clrMapOvr>
</p:sldLayout>
</file>

<file path=ppt/slideLayouts/slideLayout_8000003D_CAC9248B.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12064"/>
            <a:ext cx="10745788" cy="969264"/>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91EF2965-B380-4028-832A-D9B4D46E420F}" type="datetime1">
              <a:rPr lang="en-US" smtClean="0"/>
              <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3402179723"/>
      </p:ext>
    </p:extLst>
  </p:cSld>
  <p:clrMapOvr>
    <a:masterClrMapping/>
  </p:clrMapOvr>
</p:sldLayout>
</file>

<file path=ppt/slideLayouts/slideLayout_8000003E_BC0057CF.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512064"/>
            <a:ext cx="10963656" cy="969264"/>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C75317A2-074B-49A5-9D8A-B13235BF93F1}" type="datetime1">
              <a:rPr lang="en-US" smtClean="0"/>
              <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3154139087"/>
      </p:ext>
    </p:extLst>
  </p:cSld>
  <p:clrMapOvr>
    <a:masterClrMapping/>
  </p:clrMapOvr>
</p:sldLayout>
</file>

<file path=ppt/slideLayouts/slideLayout_8000003F_74DAC0DC.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E272F9A0-CECA-448E-B28E-96D3A80263F3}" type="datetime1">
              <a:rPr lang="en-US" smtClean="0"/>
              <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1960493276"/>
      </p:ext>
    </p:extLst>
  </p:cSld>
  <p:clrMapOvr>
    <a:masterClrMapping/>
  </p:clrMapOvr>
</p:sldLayout>
</file>

<file path=ppt/slideLayouts/slideLayout_80000001_FD555977.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vert="horz" lIns="91440" tIns="45720" rIns="91440" bIns="45720" rtlCol="0" anchor="t">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873752"/>
            <a:ext cx="4206240" cy="1380744"/>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365760" y="6338703"/>
            <a:ext cx="2758440" cy="365125"/>
          </a:xfrm>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3203704" y="6338703"/>
            <a:ext cx="1392578" cy="365125"/>
          </a:xfrm>
        </p:spPr>
        <p:txBody>
          <a:bodyPr/>
          <a:lstStyle/>
          <a:p>
            <a:fld id="{BAE57423-0748-47C1-8E47-ED714A2C27C2}" type="datetime1">
              <a:rPr lang="en-US" smtClean="0"/>
              <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596282" y="6342301"/>
            <a:ext cx="429207" cy="365125"/>
          </a:xfrm>
        </p:spPr>
        <p:txBody>
          <a:bodyPr/>
          <a:lstStyle/>
          <a:p>
            <a:fld id="{0B3A8078-5A32-4B09-ABA5-7ABEFD22E08A}" type="slidenum">
              <a:rPr lang="en-US" smtClean="0"/>
              <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599176" y="0"/>
            <a:ext cx="6592824" cy="68580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42502291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2_6578AF99.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709862"/>
            <a:ext cx="10963656" cy="451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080287D-B680-4441-B88A-8931EA5A031B}"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1702408089"/>
      </p:ext>
    </p:extLst>
  </p:cSld>
  <p:clrMapOvr>
    <a:masterClrMapping/>
  </p:clrMapOvr>
</p:sldLayout>
</file>

<file path=ppt/slideLayouts/slideLayout_80000003_FE674365.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428950" y="284481"/>
            <a:ext cx="4458249" cy="4320310"/>
          </a:xfrm>
        </p:spPr>
        <p:txBody>
          <a:bodyPr vert="horz" lIns="91440" tIns="45720" rIns="91440" bIns="45720" rtlCol="0" anchor="t">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428950" y="4870174"/>
            <a:ext cx="3856735" cy="1033669"/>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19567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428950"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lstStyle>
            <a:lvl1pPr>
              <a:defRPr>
                <a:solidFill>
                  <a:schemeClr val="tx1"/>
                </a:solidFill>
                <a:effectLst/>
              </a:defRPr>
            </a:lvl1pPr>
          </a:lstStyle>
          <a:p>
            <a:fld id="{8FDB15F8-ECE6-4AB7-B9F7-1E8A7AD06BA3}"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42681803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4_B095ACE.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888410" cy="2845567"/>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88841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982200" y="6343955"/>
            <a:ext cx="1260816" cy="365125"/>
          </a:xfrm>
        </p:spPr>
        <p:txBody>
          <a:bodyPr/>
          <a:lstStyle>
            <a:lvl1pPr>
              <a:defRPr>
                <a:solidFill>
                  <a:schemeClr val="tx1"/>
                </a:solidFill>
                <a:effectLst/>
              </a:defRPr>
            </a:lvl1pPr>
          </a:lstStyle>
          <a:p>
            <a:fld id="{601777FC-6488-4755-9099-7DE758D12A66}"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6066" y="6343955"/>
            <a:ext cx="429207" cy="365125"/>
          </a:xfrm>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18516244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5_B95BC673.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5201704"/>
            <a:ext cx="11213593" cy="786384"/>
          </a:xfrm>
        </p:spPr>
        <p:txBody>
          <a:bodyPr vert="horz" lIns="91440" tIns="45720" rIns="91440" bIns="45720" rtlCol="0" anchor="b">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71760"/>
            <a:ext cx="11213593" cy="365125"/>
          </a:xfrm>
        </p:spPr>
        <p:txBody>
          <a:bodyPr vert="horz" lIns="91440" tIns="45720" rIns="91440" bIns="45720" rtlCol="0">
            <a:normAutofit/>
          </a:bodyPr>
          <a:lstStyle>
            <a:lvl1pPr marL="0" indent="0">
              <a:buNone/>
              <a:defRPr lang="en-US" sz="16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9149364" y="6343955"/>
            <a:ext cx="2202644" cy="365125"/>
          </a:xfrm>
        </p:spPr>
        <p:txBody>
          <a:bodyPr/>
          <a:lstStyle/>
          <a:p>
            <a:fld id="{5A2ED4EC-6CDE-4317-A225-F90341FD42E7}" type="datetime1">
              <a:rPr lang="en-US" smtClean="0"/>
              <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1402531" y="6343955"/>
            <a:ext cx="429207" cy="365125"/>
          </a:xfrm>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310979953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6_E0CBC610.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548640"/>
            <a:ext cx="9750554" cy="3639312"/>
          </a:xfrm>
        </p:spPr>
        <p:txBody>
          <a:bodyPr vert="horz" lIns="91440" tIns="45720" rIns="91440" bIns="45720" rtlCol="0" anchor="t">
            <a:normAutofit/>
          </a:bodyPr>
          <a:lstStyle>
            <a:lvl1pPr>
              <a:defRPr lang="en-US" sz="7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800600"/>
            <a:ext cx="7083554" cy="1093304"/>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085BEE0D-4A6F-4F7F-8AD3-6F4F7DE889AD}"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377145089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7_1224224D.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381A537B-A501-43EE-8BBB-029C58CC669F}"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30435796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8_57EC1379.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548640"/>
            <a:ext cx="9899809" cy="4099560"/>
          </a:xfrm>
        </p:spPr>
        <p:txBody>
          <a:bodyPr vert="horz" lIns="91440" tIns="45720" rIns="91440" bIns="45720" rtlCol="0" anchor="t">
            <a:normAutofit/>
          </a:bodyPr>
          <a:lstStyle>
            <a:lvl1pPr>
              <a:defRPr lang="en-US" sz="7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800600"/>
            <a:ext cx="7083554" cy="1093304"/>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C7100DC-0A7D-4582-B62F-C1E8C458E479}"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14750892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9_2E9EB4BD.xml><?xml version="1.0" encoding="utf-8"?>
<p:sldLayout xmlns:a="http://schemas.openxmlformats.org/drawingml/2006/main" xmlns:r="http://schemas.openxmlformats.org/officeDocument/2006/relationships" xmlns:p="http://schemas.openxmlformats.org/presentationml/2006/main" type="title" preserve="1">
  <p:cSld name="Titl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52600" y="1447800"/>
            <a:ext cx="8686800" cy="2491655"/>
          </a:xfrm>
        </p:spPr>
        <p:txBody>
          <a:bodyPr anchor="b">
            <a:normAutofit/>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8"/>
            <a:ext cx="7588155" cy="1029310"/>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09B9B190-FE58-4CAC-A4C5-5300E7F445DB}"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78215289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8_522DC11B.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588000" y="987552"/>
            <a:ext cx="5916168" cy="1554480"/>
          </a:xfrm>
        </p:spPr>
        <p:txBody>
          <a:bodyPr anchor="b">
            <a:normAutofit/>
          </a:bodyPr>
          <a:lstStyle>
            <a:lvl1pPr>
              <a:defRPr sz="4400"/>
            </a:lvl1pPr>
          </a:lstStyle>
          <a:p>
            <a:r>
              <a:rPr lang="en-US"/>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726267"/>
            <a:ext cx="5916507"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588000" y="6343955"/>
            <a:ext cx="2985400" cy="365125"/>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08B50793-4B7F-4166-BD64-A8A61041EA56}" type="datetime1">
              <a:rPr lang="en-US" smtClean="0"/>
              <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1378730267"/>
      </p:ext>
    </p:extLst>
  </p:cSld>
  <p:clrMapOvr>
    <a:masterClrMapping/>
  </p:clrMapOvr>
</p:sldLayout>
</file>

<file path=ppt/slideLayouts/slideLayout_80000019_8B2A220E.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90911" y="2133600"/>
            <a:ext cx="6623436" cy="1070776"/>
          </a:xfrm>
        </p:spPr>
        <p:txBody>
          <a:bodyPr anchor="b">
            <a:normAutofit/>
          </a:bodyPr>
          <a:lstStyle>
            <a:lvl1pPr algn="ctr">
              <a:defRPr sz="28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768786" y="3335364"/>
            <a:ext cx="4659735" cy="1645198"/>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26FA5CE-9746-419E-BF5E-E870A2669E47}"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2334794254"/>
      </p:ext>
    </p:extLst>
  </p:cSld>
  <p:clrMapOvr>
    <a:masterClrMapping/>
  </p:clrMapOvr>
</p:sldLayout>
</file>

<file path=ppt/slideLayouts/slideLayout_80000020_906DCF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474177"/>
            <a:ext cx="6950232" cy="93268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DFBF8F79-428D-4A4D-96E6-A91C0C901317}" type="datetime1">
              <a:rPr lang="en-US" smtClean="0"/>
              <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2423115553"/>
      </p:ext>
    </p:extLst>
  </p:cSld>
  <p:clrMapOvr>
    <a:masterClrMapping/>
  </p:clrMapOvr>
</p:sldLayout>
</file>

<file path=ppt/slideLayouts/slideLayout_80000021_A234460A.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75488"/>
            <a:ext cx="6858000" cy="93268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BF87047A-65FC-4E1F-9D8D-D5F7B64EB954}" type="datetime1">
              <a:rPr lang="en-US" smtClean="0"/>
              <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0B3A8078-5A32-4B09-ABA5-7ABEFD22E08A}" type="slidenum">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721334794"/>
      </p:ext>
    </p:extLst>
  </p:cSld>
  <p:clrMapOvr>
    <a:masterClrMapping/>
  </p:clrMapOvr>
</p:sldLayout>
</file>

<file path=ppt/slideLayouts/slideLayout_80000022_A2A9CEE0.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23332"/>
            <a:ext cx="4477512" cy="132893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1975104"/>
            <a:ext cx="447751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lstStyle>
            <a:lvl1pPr>
              <a:defRPr>
                <a:solidFill>
                  <a:schemeClr val="tx1"/>
                </a:solidFill>
                <a:effectLst/>
              </a:defRPr>
            </a:lvl1pPr>
          </a:lstStyle>
          <a:p>
            <a:fld id="{A3715475-DC04-433C-803A-D02A2D9515C6}"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2729037536"/>
      </p:ext>
    </p:extLst>
  </p:cSld>
  <p:clrMapOvr>
    <a:masterClrMapping/>
  </p:clrMapOvr>
</p:sldLayout>
</file>

<file path=ppt/slideLayouts/slideLayout_80000023_9B84B66C.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0623"/>
            <a:ext cx="4494189" cy="132588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p:spPr>
        <p:txBody>
          <a:bodyPr/>
          <a:lstStyle/>
          <a:p>
            <a:fld id="{5056FB5C-D458-4AE9-BD80-9F9384885852}"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p:spPr>
        <p:txBody>
          <a:bodyPr/>
          <a:lstStyle>
            <a:lvl1pPr>
              <a:defRPr>
                <a:solidFill>
                  <a:schemeClr val="tx1"/>
                </a:solidFill>
                <a:effectLst/>
              </a:defRPr>
            </a:lvl1pPr>
          </a:lstStyle>
          <a:p>
            <a:fld id="{0B3A8078-5A32-4B09-ABA5-7ABEFD22E08A}" type="slidenum">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609165932"/>
      </p:ext>
    </p:extLst>
  </p:cSld>
  <p:clrMapOvr>
    <a:masterClrMapping/>
  </p:clrMapOvr>
</p:sldLayout>
</file>

<file path=ppt/slideLayouts/slideLayout_80000024_71712118.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27848" y="425503"/>
            <a:ext cx="3657600" cy="1667226"/>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7296028" cy="68580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927848" y="2315569"/>
            <a:ext cx="3657600" cy="38546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7918704" y="6343955"/>
            <a:ext cx="2300050"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lstStyle/>
          <a:p>
            <a:fld id="{73CDC043-8B5F-47F9-ADDF-8E3FA56DB3F5}" type="datetime1">
              <a:rPr lang="en-US" smtClean="0"/>
              <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1903239448"/>
      </p:ext>
    </p:extLst>
  </p:cSld>
  <p:clrMapOvr>
    <a:masterClrMapping/>
  </p:clrMapOvr>
</p:sldLayout>
</file>

<file path=ppt/slideLayouts/slideLayout_80000025_686CC493.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429768"/>
            <a:ext cx="3657600" cy="1667226"/>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15569"/>
            <a:ext cx="3657600"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F688DA14-784D-4E3B-B3E6-7D688C332C2D}" type="datetime1">
              <a:rPr lang="en-US" smtClean="0"/>
              <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0B3A8078-5A32-4B09-ABA5-7ABEFD22E08A}" type="slidenum">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95088" y="0"/>
            <a:ext cx="7296912" cy="68580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751958675"/>
      </p:ext>
    </p:extLst>
  </p:cSld>
  <p:clrMapOvr>
    <a:masterClrMapping/>
  </p:clrMapOvr>
</p:sldLayout>
</file>

<file path=ppt/slideLayouts/slideLayout_80000026_86E4C83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E3BB3559-7954-4599-BF03-89DBB4C242F6}"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2263140407"/>
      </p:ext>
    </p:extLst>
  </p:cSld>
  <p:clrMapOvr>
    <a:masterClrMapping/>
  </p:clrMapOvr>
</p:sldLayout>
</file>

<file path=ppt/slideLayouts/slideLayout_80000027_D71F517B.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057399" y="6343955"/>
            <a:ext cx="1146343" cy="365125"/>
          </a:xfrm>
        </p:spPr>
        <p:txBody>
          <a:bodyPr/>
          <a:lstStyle>
            <a:lvl1pPr>
              <a:defRPr>
                <a:solidFill>
                  <a:schemeClr val="tx1"/>
                </a:solidFill>
                <a:effectLst/>
              </a:defRPr>
            </a:lvl1pPr>
          </a:lstStyle>
          <a:p>
            <a:fld id="{FC1B6018-B057-444F-8940-7C4141B99AF7}"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p:spPr>
        <p:txBody>
          <a:bodyPr/>
          <a:lstStyle/>
          <a:p>
            <a:fld id="{0B3A8078-5A32-4B09-ABA5-7ABEFD22E08A}" type="slidenum">
              <a:rPr lang="en-US" smtClean="0"/>
              <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609153915"/>
      </p:ext>
    </p:extLst>
  </p:cSld>
  <p:clrMapOvr>
    <a:masterClrMapping/>
  </p:clrMapOvr>
</p:sldLayout>
</file>

<file path=ppt/slideLayouts/slideLayout_80000028_E6E6BCFF.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5012268"/>
            <a:ext cx="4019522" cy="112727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426391" cy="124157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07884D3-8F6B-40B1-8565-B103A5B5943A}"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3873881343"/>
      </p:ext>
    </p:extLst>
  </p:cSld>
  <p:clrMapOvr>
    <a:masterClrMapping/>
  </p:clrMapOvr>
</p:sldLayout>
</file>

<file path=ppt/slideLayouts/slideLayout_80000029_19208ED7.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162318"/>
            <a:ext cx="3044954" cy="1892808"/>
          </a:xfrm>
        </p:spPr>
        <p:txBody>
          <a:bodyPr vert="horz" lIns="91440" tIns="45720" rIns="91440" bIns="45720" rtlCol="0" anchor="t">
            <a:normAutofit/>
          </a:bodyPr>
          <a:lstStyle>
            <a:lvl1pPr>
              <a:defRPr lang="en-US" sz="2500"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4162318"/>
            <a:ext cx="7460029" cy="20915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3A0BFA2-11BB-4434-84BA-3E39A635FA43}"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421564119"/>
      </p:ext>
    </p:extLst>
  </p:cSld>
  <p:clrMapOvr>
    <a:masterClrMapping/>
  </p:clrMapOvr>
</p:sldLayout>
</file>

<file path=ppt/slideLayouts/slideLayout_80000030_49D74431.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09098"/>
            <a:ext cx="3696859" cy="1316347"/>
          </a:xfrm>
        </p:spPr>
        <p:txBody>
          <a:bodyPr vert="horz" lIns="91440" tIns="45720" rIns="91440" bIns="45720" rtlCol="0" anchor="t">
            <a:normAutofit/>
          </a:bodyPr>
          <a:lstStyle>
            <a:lvl1pPr>
              <a:defRPr lang="en-US" sz="2500"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5"/>
            <a:ext cx="3540760" cy="3853758"/>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709098"/>
            <a:ext cx="6644488" cy="5439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153161E-6047-447A-9C3E-7426A3571F77}"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1238844465"/>
      </p:ext>
    </p:extLst>
  </p:cSld>
  <p:clrMapOvr>
    <a:masterClrMapping/>
  </p:clrMapOvr>
</p:sldLayout>
</file>

<file path=ppt/slideLayouts/slideLayout_80000031_DBB714A1.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tx1"/>
                </a:solidFill>
                <a:latin typeface="+mj-lt"/>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18B2B4E3-9EFE-41E7-9988-3DCF488BCDAE}" type="datetime1">
              <a:rPr lang="en-US" smtClean="0"/>
              <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0B3A8078-5A32-4B09-ABA5-7ABEFD22E08A}" type="slidenum">
              <a:rPr lang="en-US" smtClean="0"/>
              <a:t/>
            </a:fld>
            <a:endParaRPr lang="en-US"/>
          </a:p>
        </p:txBody>
      </p:sp>
    </p:spTree>
    <p:extLst>
      <p:ext uri="{BB962C8B-B14F-4D97-AF65-F5344CB8AC3E}">
        <p14:creationId xmlns:p14="http://schemas.microsoft.com/office/powerpoint/2010/main" val="3686208673"/>
      </p:ext>
    </p:extLst>
  </p:cSld>
  <p:clrMapOvr>
    <a:overrideClrMapping bg1="dk1" tx1="lt1" bg2="dk2" tx2="lt2" accent1="accent1" accent2="accent2" accent3="accent3" accent4="accent4" accent5="accent5" accent6="accent6" hlink="hlink" folHlink="folHlink"/>
  </p:clrMapOvr>
</p:sldLayout>
</file>

<file path=ppt/slideLayouts/slideLayout_80000032_B120391A.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953000"/>
            <a:ext cx="9762068" cy="1236133"/>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787400"/>
            <a:ext cx="10543032" cy="4682067"/>
          </a:xfrm>
        </p:spPr>
        <p:txBody>
          <a:bodyPr anchor="b">
            <a:normAutofit/>
          </a:bodyPr>
          <a:lstStyle>
            <a:lvl1pPr marL="0" indent="0" algn="ctr">
              <a:lnSpc>
                <a:spcPct val="90000"/>
              </a:lnSpc>
              <a:buNone/>
              <a:defRPr sz="33500" b="1">
                <a:solidFill>
                  <a:schemeClr val="tx1"/>
                </a:solidFill>
                <a:latin typeface="+mj-lt"/>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4A53873B-5739-4A55-8B72-A5A0C75619A1}" type="datetime1">
              <a:rPr lang="en-US" smtClean="0"/>
              <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0B3A8078-5A32-4B09-ABA5-7ABEFD22E08A}" type="slidenum">
              <a:rPr lang="en-US" smtClean="0"/>
              <a:t/>
            </a:fld>
            <a:endParaRPr lang="en-US"/>
          </a:p>
        </p:txBody>
      </p:sp>
    </p:spTree>
    <p:extLst>
      <p:ext uri="{BB962C8B-B14F-4D97-AF65-F5344CB8AC3E}">
        <p14:creationId xmlns:p14="http://schemas.microsoft.com/office/powerpoint/2010/main" val="2971679002"/>
      </p:ext>
    </p:extLst>
  </p:cSld>
  <p:clrMapOvr>
    <a:masterClrMapping/>
  </p:clrMapOvr>
</p:sldLayout>
</file>

<file path=ppt/slideLayouts/slideLayout_80000033_9475F706.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accent1">
                    <a:lumMod val="75000"/>
                  </a:schemeClr>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accent1">
                    <a:lumMod val="75000"/>
                  </a:schemeClr>
                </a:solidFill>
                <a:latin typeface="+mj-lt"/>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A22A1B2C-D5E6-41A9-B10B-3821E09E7857}" type="datetime1">
              <a:rPr lang="en-US" smtClean="0"/>
              <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2490758918"/>
      </p:ext>
    </p:extLst>
  </p:cSld>
  <p:clrMapOvr>
    <a:masterClrMapping/>
  </p:clrMapOvr>
</p:sldLayout>
</file>

<file path=ppt/slideLayouts/slideLayout_80000034_75528FBD.xml><?xml version="1.0" encoding="utf-8"?>
<p:sldLayout xmlns:a="http://schemas.openxmlformats.org/drawingml/2006/main" xmlns:r="http://schemas.openxmlformats.org/officeDocument/2006/relationships" xmlns:p="http://schemas.openxmlformats.org/presentationml/2006/main" preserve="1">
  <p:cSld name="Number Large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269323"/>
          </a:xfrm>
        </p:spPr>
        <p:txBody>
          <a:bodyPr>
            <a:normAutofit/>
          </a:bodyPr>
          <a:lstStyle>
            <a:lvl1pPr algn="ctr">
              <a:lnSpc>
                <a:spcPct val="110000"/>
              </a:lnSpc>
              <a:defRPr sz="2800" b="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716282"/>
            <a:ext cx="10543032" cy="4206240"/>
          </a:xfrm>
        </p:spPr>
        <p:txBody>
          <a:bodyPr anchor="b">
            <a:normAutofit/>
          </a:bodyPr>
          <a:lstStyle>
            <a:lvl1pPr marL="0" indent="0" algn="ctr">
              <a:lnSpc>
                <a:spcPct val="90000"/>
              </a:lnSpc>
              <a:buNone/>
              <a:defRPr sz="27800" b="1">
                <a:solidFill>
                  <a:schemeClr val="tx1"/>
                </a:solidFill>
                <a:latin typeface="+mj-lt"/>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21F6A559-01C6-4FF5-B6B1-3AEC070A886D}" type="datetime1">
              <a:rPr lang="en-US" smtClean="0"/>
              <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1968345021"/>
      </p:ext>
    </p:extLst>
  </p:cSld>
  <p:clrMapOvr>
    <a:overrideClrMapping bg1="dk1" tx1="lt1" bg2="dk2" tx2="lt2" accent1="accent1" accent2="accent2" accent3="accent3" accent4="accent4" accent5="accent5" accent6="accent6" hlink="hlink" folHlink="folHlink"/>
  </p:clrMapOvr>
</p:sldLayout>
</file>

<file path=ppt/slideLayouts/slideLayout_80000035_BC7D4214.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4" y="42335"/>
            <a:ext cx="11517039"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6923671B-4960-4AAA-8CC1-341A4E8D26B8}" type="datetime1">
              <a:rPr lang="en-US" smtClean="0"/>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3162325524"/>
      </p:ext>
    </p:extLst>
  </p:cSld>
  <p:clrMapOvr>
    <a:overrideClrMapping bg1="dk1" tx1="lt1" bg2="dk2" tx2="lt2" accent1="accent1" accent2="accent2" accent3="accent3" accent4="accent4" accent5="accent5" accent6="accent6" hlink="hlink" folHlink="folHlink"/>
  </p:clrMapOvr>
</p:sldLayout>
</file>

<file path=ppt/slideLayouts/slideLayout_80000036_6A78884A.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5" y="42335"/>
            <a:ext cx="11517038"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BFE3A72-7536-4317-B41C-E445FE02EEFF}" type="datetime1">
              <a:rPr lang="en-US" smtClean="0"/>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1786284106"/>
      </p:ext>
    </p:extLst>
  </p:cSld>
  <p:clrMapOvr>
    <a:masterClrMapping/>
  </p:clrMapOvr>
</p:sldLayout>
</file>

<file path=ppt/slideLayouts/slideLayout_80000037_25984681.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12647" y="137160"/>
            <a:ext cx="2805405" cy="365125"/>
          </a:xfrm>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8893929" y="137160"/>
            <a:ext cx="2202644" cy="365125"/>
          </a:xfrm>
        </p:spPr>
        <p:txBody>
          <a:bodyPr/>
          <a:lstStyle/>
          <a:p>
            <a:fld id="{5D98CAAD-8C05-4BE4-A290-8720CFA8D2AB}" type="datetime1">
              <a:rPr lang="en-US" smtClean="0"/>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137160"/>
            <a:ext cx="429207" cy="365125"/>
          </a:xfrm>
        </p:spPr>
        <p:txBody>
          <a:bodyPr/>
          <a:lstStyle/>
          <a:p>
            <a:fld id="{0B3A8078-5A32-4B09-ABA5-7ABEFD22E08A}" type="slidenum">
              <a:rPr lang="en-US" smtClean="0"/>
              <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9725" y="755374"/>
            <a:ext cx="10872216" cy="6019229"/>
          </a:xfrm>
        </p:spPr>
        <p:txBody>
          <a:bodyPr anchor="b">
            <a:normAutofit/>
          </a:bodyPr>
          <a:lstStyle>
            <a:lvl1pPr marL="0" indent="0">
              <a:lnSpc>
                <a:spcPct val="90000"/>
              </a:lnSpc>
              <a:buNone/>
              <a:defRPr sz="7200" b="1"/>
            </a:lvl1pPr>
            <a:lvl2pPr marL="228600" indent="0">
              <a:lnSpc>
                <a:spcPct val="90000"/>
              </a:lnSpc>
              <a:buNone/>
              <a:defRPr sz="6600" b="1"/>
            </a:lvl2pPr>
            <a:lvl3pPr marL="457200" indent="0">
              <a:lnSpc>
                <a:spcPct val="90000"/>
              </a:lnSpc>
              <a:buNone/>
              <a:defRPr sz="6000" b="1"/>
            </a:lvl3pPr>
            <a:lvl4pPr marL="685800" indent="0">
              <a:lnSpc>
                <a:spcPct val="90000"/>
              </a:lnSpc>
              <a:buNone/>
              <a:defRPr sz="5400" b="1"/>
            </a:lvl4pPr>
            <a:lvl5pPr marL="914400" indent="0">
              <a:lnSpc>
                <a:spcPct val="90000"/>
              </a:lnSpc>
              <a:buNone/>
              <a:defRPr sz="48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30736513"/>
      </p:ext>
    </p:extLst>
  </p:cSld>
  <p:clrMapOvr>
    <a:masterClrMapping/>
  </p:clrMapOvr>
</p:sldLayout>
</file>

<file path=ppt/slideLayouts/slideLayout_80000038_FFD0E306.xml><?xml version="1.0" encoding="utf-8"?>
<p:sldLayout xmlns:a="http://schemas.openxmlformats.org/drawingml/2006/main" xmlns:r="http://schemas.openxmlformats.org/officeDocument/2006/relationships" xmlns:p="http://schemas.openxmlformats.org/presentationml/2006/main" preserve="1">
  <p:cSld name="Statement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4008" y="45720"/>
            <a:ext cx="10872216" cy="6172200"/>
          </a:xfrm>
        </p:spPr>
        <p:txBody>
          <a:bodyPr vert="horz" lIns="91440" tIns="45720" rIns="91440" bIns="45720" rtlCol="0" anchor="t">
            <a:normAutofit/>
          </a:bodyPr>
          <a:lstStyle>
            <a:lvl1pPr marL="0" indent="0">
              <a:lnSpc>
                <a:spcPct val="90000"/>
              </a:lnSpc>
              <a:buNone/>
              <a:defRPr lang="en-US" sz="7200" b="1" dirty="0"/>
            </a:lvl1pPr>
            <a:lvl2pPr marL="228600" indent="0">
              <a:lnSpc>
                <a:spcPct val="90000"/>
              </a:lnSpc>
              <a:buNone/>
              <a:defRPr lang="en-US" sz="6600" b="1" dirty="0"/>
            </a:lvl2pPr>
            <a:lvl3pPr marL="457200" indent="0">
              <a:lnSpc>
                <a:spcPct val="90000"/>
              </a:lnSpc>
              <a:buNone/>
              <a:defRPr lang="en-US" sz="6000" b="1" dirty="0"/>
            </a:lvl3pPr>
            <a:lvl4pPr marL="685800" indent="0">
              <a:lnSpc>
                <a:spcPct val="90000"/>
              </a:lnSpc>
              <a:buNone/>
              <a:defRPr lang="en-US" sz="5400" b="1" dirty="0"/>
            </a:lvl4pPr>
            <a:lvl5pPr marL="914400" indent="0">
              <a:lnSpc>
                <a:spcPct val="90000"/>
              </a:lnSpc>
              <a:buNone/>
              <a:defRPr lang="en-US" sz="4800" b="1" dirty="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97BFA9D-A35D-44DE-846B-004B51E5F7CB}" type="datetime1">
              <a:rPr lang="en-US" smtClean="0"/>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4291879686"/>
      </p:ext>
    </p:extLst>
  </p:cSld>
  <p:clrMapOvr>
    <a:overrideClrMapping bg1="dk1" tx1="lt1" bg2="dk2" tx2="lt2" accent1="accent1" accent2="accent2" accent3="accent3" accent4="accent4" accent5="accent5" accent6="accent6" hlink="hlink" folHlink="folHlink"/>
  </p:clrMapOvr>
</p:sldLayout>
</file>

<file path=ppt/slideLayouts/slideLayout_80000039_F3EE73F8.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6B2496A-3529-48F9-BC88-F562BBB7D20C}" type="datetime1">
              <a:rPr lang="en-US" smtClean="0"/>
              <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4092490744"/>
      </p:ext>
    </p:extLst>
  </p:cSld>
  <p:clrMapOvr>
    <a:masterClrMapping/>
  </p:clrMapOvr>
</p:sldLayout>
</file>

<file path=ppt/slideLayouts/slideLayout_80000040_7B624A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713232"/>
            <a:ext cx="3595634" cy="1625321"/>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590800"/>
            <a:ext cx="3595634" cy="37135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713232"/>
            <a:ext cx="6440258" cy="55911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4254152B-3DBF-4039-AA15-012E712FF24B}" type="datetime1">
              <a:rPr lang="en-US" smtClean="0"/>
              <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2070039073"/>
      </p:ext>
    </p:extLst>
  </p:cSld>
  <p:clrMapOvr>
    <a:masterClrMapping/>
  </p:clrMapOvr>
</p:sldLayout>
</file>

<file path=ppt/slideLayouts/slideLayout_80000041_59D7217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713232"/>
            <a:ext cx="3595634" cy="176208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346063"/>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40483" y="713232"/>
            <a:ext cx="6139637" cy="5458968"/>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1B79203B-A396-4F06-9968-FCBA45CB12F0}" type="datetime1">
              <a:rPr lang="en-US" smtClean="0"/>
              <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1507271024"/>
      </p:ext>
    </p:extLst>
  </p:cSld>
  <p:clrMapOvr>
    <a:masterClrMapping/>
  </p:clrMapOvr>
</p:sldLayout>
</file>

<file path=ppt/slideLayouts/slideLayout_80000042_CF51133C.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914400"/>
            <a:ext cx="10890504" cy="2066544"/>
          </a:xfrm>
        </p:spPr>
        <p:txBody>
          <a:bodyPr anchor="b">
            <a:normAutofit/>
          </a:bodyPr>
          <a:lstStyle>
            <a:lvl1pPr>
              <a:defRPr sz="6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118757"/>
            <a:ext cx="10963528" cy="2620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4CDC730-31DA-42CA-871C-70FDD7288EAE}"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3478197052"/>
      </p:ext>
    </p:extLst>
  </p:cSld>
  <p:clrMapOvr>
    <a:overrideClrMapping bg1="dk1" tx1="lt1" bg2="dk2" tx2="lt2" accent1="accent1" accent2="accent2" accent3="accent3" accent4="accent4" accent5="accent5" accent6="accent6" hlink="hlink" folHlink="folHlink"/>
  </p:clrMapOvr>
</p:sldLayout>
</file>

<file path=ppt/slideLayouts/slideLayout_80000043_9172B2D9.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608008"/>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AA732FC-F2E0-4B0D-91B3-423F9475E6C1}"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
            </a:fld>
            <a:endParaRPr lang="en-US"/>
          </a:p>
        </p:txBody>
      </p:sp>
    </p:spTree>
    <p:extLst>
      <p:ext uri="{BB962C8B-B14F-4D97-AF65-F5344CB8AC3E}">
        <p14:creationId xmlns:p14="http://schemas.microsoft.com/office/powerpoint/2010/main" val="2440213209"/>
      </p:ext>
    </p:extLst>
  </p:cSld>
  <p:clrMapOvr>
    <a:overrideClrMapping bg1="dk1" tx1="lt1" bg2="dk2" tx2="lt2" accent1="accent1" accent2="accent2" accent3="accent3" accent4="accent4" accent5="accent5" accent6="accent6" hlink="hlink" folHlink="folHlink"/>
  </p:clrMapOvr>
</p:sldLayout>
</file>

<file path=ppt/slideMasters/_rels/slideMaster_80000000_BD758D25.xml.rels><?xml version="1.0" encoding="UTF-8" standalone="yes"?>
<Relationships xmlns="http://schemas.openxmlformats.org/package/2006/relationships"><Relationship Id="rId13" Type="http://schemas.openxmlformats.org/officeDocument/2006/relationships/slideLayout" Target="../slideLayouts/slideLayout_80000019_8B2A220E.xml"/><Relationship Id="rId18" Type="http://schemas.openxmlformats.org/officeDocument/2006/relationships/slideLayout" Target="../slideLayouts/slideLayout_8000001E_94FA769F.xml"/><Relationship Id="rId26" Type="http://schemas.openxmlformats.org/officeDocument/2006/relationships/slideLayout" Target="../slideLayouts/slideLayout_80000026_86E4C837.xml"/><Relationship Id="rId39" Type="http://schemas.openxmlformats.org/officeDocument/2006/relationships/slideLayout" Target="../slideLayouts/slideLayout_80000033_9475F706.xml"/><Relationship Id="rId21" Type="http://schemas.openxmlformats.org/officeDocument/2006/relationships/slideLayout" Target="../slideLayouts/slideLayout_80000021_A234460A.xml"/><Relationship Id="rId34" Type="http://schemas.openxmlformats.org/officeDocument/2006/relationships/slideLayout" Target="../slideLayouts/slideLayout_8000002E_840D7D0.xml"/><Relationship Id="rId42" Type="http://schemas.openxmlformats.org/officeDocument/2006/relationships/slideLayout" Target="../slideLayouts/slideLayout_80000036_6A78884A.xml"/><Relationship Id="rId47" Type="http://schemas.openxmlformats.org/officeDocument/2006/relationships/slideLayout" Target="../slideLayouts/slideLayout_8000003B_701A2E83.xml"/><Relationship Id="rId50" Type="http://schemas.openxmlformats.org/officeDocument/2006/relationships/slideLayout" Target="../slideLayouts/slideLayout_8000003E_BC0057CF.xml"/><Relationship Id="rId55" Type="http://schemas.openxmlformats.org/officeDocument/2006/relationships/slideLayout" Target="../slideLayouts/slideLayout_80000043_9172B2D9.xml"/><Relationship Id="rId7" Type="http://schemas.openxmlformats.org/officeDocument/2006/relationships/slideLayout" Target="../slideLayouts/slideLayout_80000007_1224224D.xml"/><Relationship Id="rId2" Type="http://schemas.openxmlformats.org/officeDocument/2006/relationships/slideLayout" Target="../slideLayouts/slideLayout_80000002_6578AF99.xml"/><Relationship Id="rId16" Type="http://schemas.openxmlformats.org/officeDocument/2006/relationships/slideLayout" Target="../slideLayouts/slideLayout_8000001C_2D74F20B.xml"/><Relationship Id="rId29" Type="http://schemas.openxmlformats.org/officeDocument/2006/relationships/slideLayout" Target="../slideLayouts/slideLayout_80000029_19208ED7.xml"/><Relationship Id="rId11" Type="http://schemas.openxmlformats.org/officeDocument/2006/relationships/slideLayout" Target="../slideLayouts/slideLayout_8000000B_DC9B73FA.xml"/><Relationship Id="rId24" Type="http://schemas.openxmlformats.org/officeDocument/2006/relationships/slideLayout" Target="../slideLayouts/slideLayout_80000024_71712118.xml"/><Relationship Id="rId32" Type="http://schemas.openxmlformats.org/officeDocument/2006/relationships/slideLayout" Target="../slideLayouts/slideLayout_8000002C_71A60BA5.xml"/><Relationship Id="rId37" Type="http://schemas.openxmlformats.org/officeDocument/2006/relationships/slideLayout" Target="../slideLayouts/slideLayout_80000031_DBB714A1.xml"/><Relationship Id="rId40" Type="http://schemas.openxmlformats.org/officeDocument/2006/relationships/slideLayout" Target="../slideLayouts/slideLayout_80000034_75528FBD.xml"/><Relationship Id="rId45" Type="http://schemas.openxmlformats.org/officeDocument/2006/relationships/slideLayout" Target="../slideLayouts/slideLayout_80000039_F3EE73F8.xml"/><Relationship Id="rId53" Type="http://schemas.openxmlformats.org/officeDocument/2006/relationships/slideLayout" Target="../slideLayouts/slideLayout_80000041_59D72170.xml"/><Relationship Id="rId5" Type="http://schemas.openxmlformats.org/officeDocument/2006/relationships/slideLayout" Target="../slideLayouts/slideLayout_80000005_B95BC673.xml"/><Relationship Id="rId10" Type="http://schemas.openxmlformats.org/officeDocument/2006/relationships/slideLayout" Target="../slideLayouts/slideLayout_8000000A_7BC5CB5.xml"/><Relationship Id="rId19" Type="http://schemas.openxmlformats.org/officeDocument/2006/relationships/slideLayout" Target="../slideLayouts/slideLayout_8000001F_DE876817.xml"/><Relationship Id="rId31" Type="http://schemas.openxmlformats.org/officeDocument/2006/relationships/slideLayout" Target="../slideLayouts/slideLayout_8000002B_FA4A8243.xml"/><Relationship Id="rId44" Type="http://schemas.openxmlformats.org/officeDocument/2006/relationships/slideLayout" Target="../slideLayouts/slideLayout_80000038_FFD0E306.xml"/><Relationship Id="rId52" Type="http://schemas.openxmlformats.org/officeDocument/2006/relationships/slideLayout" Target="../slideLayouts/slideLayout_80000040_7B624A21.xml"/><Relationship Id="rId4" Type="http://schemas.openxmlformats.org/officeDocument/2006/relationships/slideLayout" Target="../slideLayouts/slideLayout_80000004_B095ACE.xml"/><Relationship Id="rId9" Type="http://schemas.openxmlformats.org/officeDocument/2006/relationships/slideLayout" Target="../slideLayouts/slideLayout_80000009_2E9EB4BD.xml"/><Relationship Id="rId14" Type="http://schemas.openxmlformats.org/officeDocument/2006/relationships/slideLayout" Target="../slideLayouts/slideLayout_8000001A_FE92FA3A.xml"/><Relationship Id="rId22" Type="http://schemas.openxmlformats.org/officeDocument/2006/relationships/slideLayout" Target="../slideLayouts/slideLayout_80000022_A2A9CEE0.xml"/><Relationship Id="rId27" Type="http://schemas.openxmlformats.org/officeDocument/2006/relationships/slideLayout" Target="../slideLayouts/slideLayout_80000027_D71F517B.xml"/><Relationship Id="rId30" Type="http://schemas.openxmlformats.org/officeDocument/2006/relationships/slideLayout" Target="../slideLayouts/slideLayout_8000002A_C985D540.xml"/><Relationship Id="rId35" Type="http://schemas.openxmlformats.org/officeDocument/2006/relationships/slideLayout" Target="../slideLayouts/slideLayout_8000002F_7BA91FA.xml"/><Relationship Id="rId43" Type="http://schemas.openxmlformats.org/officeDocument/2006/relationships/slideLayout" Target="../slideLayouts/slideLayout_80000037_25984681.xml"/><Relationship Id="rId48" Type="http://schemas.openxmlformats.org/officeDocument/2006/relationships/slideLayout" Target="../slideLayouts/slideLayout_8000003C_3CB58407.xml"/><Relationship Id="rId56" Type="http://schemas.openxmlformats.org/officeDocument/2006/relationships/theme" Target="../theme/theme_80000000_BD758D25.xml"/><Relationship Id="rId8" Type="http://schemas.openxmlformats.org/officeDocument/2006/relationships/slideLayout" Target="../slideLayouts/slideLayout_80000008_57EC1379.xml"/><Relationship Id="rId51" Type="http://schemas.openxmlformats.org/officeDocument/2006/relationships/slideLayout" Target="../slideLayouts/slideLayout_8000003F_74DAC0DC.xml"/><Relationship Id="rId3" Type="http://schemas.openxmlformats.org/officeDocument/2006/relationships/slideLayout" Target="../slideLayouts/slideLayout_80000003_FE674365.xml"/><Relationship Id="rId12" Type="http://schemas.openxmlformats.org/officeDocument/2006/relationships/slideLayout" Target="../slideLayouts/slideLayout_80000018_522DC11B.xml"/><Relationship Id="rId17" Type="http://schemas.openxmlformats.org/officeDocument/2006/relationships/slideLayout" Target="../slideLayouts/slideLayout_8000001D_5B99CE2D.xml"/><Relationship Id="rId25" Type="http://schemas.openxmlformats.org/officeDocument/2006/relationships/slideLayout" Target="../slideLayouts/slideLayout_80000025_686CC493.xml"/><Relationship Id="rId33" Type="http://schemas.openxmlformats.org/officeDocument/2006/relationships/slideLayout" Target="../slideLayouts/slideLayout_8000002D_C7AF8BB1.xml"/><Relationship Id="rId38" Type="http://schemas.openxmlformats.org/officeDocument/2006/relationships/slideLayout" Target="../slideLayouts/slideLayout_80000032_B120391A.xml"/><Relationship Id="rId46" Type="http://schemas.openxmlformats.org/officeDocument/2006/relationships/slideLayout" Target="../slideLayouts/slideLayout_8000003A_4CD7214B.xml"/><Relationship Id="rId20" Type="http://schemas.openxmlformats.org/officeDocument/2006/relationships/slideLayout" Target="../slideLayouts/slideLayout_80000020_906DCF21.xml"/><Relationship Id="rId41" Type="http://schemas.openxmlformats.org/officeDocument/2006/relationships/slideLayout" Target="../slideLayouts/slideLayout_80000035_BC7D4214.xml"/><Relationship Id="rId54" Type="http://schemas.openxmlformats.org/officeDocument/2006/relationships/slideLayout" Target="../slideLayouts/slideLayout_80000042_CF51133C.xml"/><Relationship Id="rId1" Type="http://schemas.openxmlformats.org/officeDocument/2006/relationships/slideLayout" Target="../slideLayouts/slideLayout_80000001_FD555977.xml"/><Relationship Id="rId6" Type="http://schemas.openxmlformats.org/officeDocument/2006/relationships/slideLayout" Target="../slideLayouts/slideLayout_80000006_E0CBC610.xml"/><Relationship Id="rId15" Type="http://schemas.openxmlformats.org/officeDocument/2006/relationships/slideLayout" Target="../slideLayouts/slideLayout_8000001B_CE87F1C8.xml"/><Relationship Id="rId23" Type="http://schemas.openxmlformats.org/officeDocument/2006/relationships/slideLayout" Target="../slideLayouts/slideLayout_80000023_9B84B66C.xml"/><Relationship Id="rId28" Type="http://schemas.openxmlformats.org/officeDocument/2006/relationships/slideLayout" Target="../slideLayouts/slideLayout_80000028_E6E6BCFF.xml"/><Relationship Id="rId36" Type="http://schemas.openxmlformats.org/officeDocument/2006/relationships/slideLayout" Target="../slideLayouts/slideLayout_80000030_49D74431.xml"/><Relationship Id="rId49" Type="http://schemas.openxmlformats.org/officeDocument/2006/relationships/slideLayout" Target="../slideLayouts/slideLayout_8000003D_CAC9248B.xml"/></Relationships>
</file>

<file path=ppt/slideMasters/slideMaster_80000000_BD758D2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09862"/>
            <a:ext cx="10963656" cy="45137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rtl="0">
              <a:defRPr sz="80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800">
                <a:solidFill>
                  <a:schemeClr val="tx1"/>
                </a:solidFill>
              </a:defRPr>
            </a:lvl1pPr>
          </a:lstStyle>
          <a:p>
            <a:fld id="{A0A50223-4EA7-49FF-B6AE-4C66B189A25B}" type="datetime1">
              <a:rPr lang="en-US" smtClean="0"/>
              <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rtl="0">
              <a:defRPr sz="800">
                <a:solidFill>
                  <a:schemeClr val="tx1"/>
                </a:solidFill>
              </a:defRPr>
            </a:lvl1pPr>
          </a:lstStyle>
          <a:p>
            <a:fld id="{0B3A8078-5A32-4B09-ABA5-7ABEFD22E08A}" type="slidenum">
              <a:rPr lang="en-US" smtClean="0"/>
              <a:pPr/>
              <a:t/>
            </a:fld>
            <a:endParaRPr lang="en-US"/>
          </a:p>
        </p:txBody>
      </p:sp>
    </p:spTree>
    <p:extLst>
      <p:ext uri="{BB962C8B-B14F-4D97-AF65-F5344CB8AC3E}">
        <p14:creationId xmlns:p14="http://schemas.microsoft.com/office/powerpoint/2010/main" val="31785976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Lst>
  <p:hf sldNum="0" hdr="0" ftr="0" dt="0"/>
  <p:txStyles>
    <p:titleStyle>
      <a:lvl1pPr algn="l" defTabSz="914400" rtl="0" eaLnBrk="1" latinLnBrk="0" hangingPunct="1">
        <a:lnSpc>
          <a:spcPct val="95000"/>
        </a:lnSpc>
        <a:spcBef>
          <a:spcPct val="0"/>
        </a:spcBef>
        <a:buNone/>
        <a:defRPr sz="2800" b="1" kern="1200"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sldGuideLst>
    </p:ext>
  </p:extLst>
</p:sldMaster>
</file>

<file path=ppt/slides/_rels/slide_A0A_B7099B42.xml.rels><?xml version="1.0" encoding="UTF-8" standalone="yes"?>
<Relationships xmlns="http://schemas.openxmlformats.org/package/2006/relationships"><Relationship Id="rId3" Type="http://schemas.openxmlformats.org/officeDocument/2006/relationships/image" Target="../media/image_8C1C2011.jpeg"/><Relationship Id="rId2" Type="http://schemas.openxmlformats.org/officeDocument/2006/relationships/notesSlide" Target="../notesSlides/notesSlide_A0A_B7099B42.xml"/><Relationship Id="rId1" Type="http://schemas.openxmlformats.org/officeDocument/2006/relationships/slideLayout" Target="../slideLayouts/slideLayout_8000002F_7BA91FA.xml"/></Relationships>
</file>

<file path=ppt/slides/_rels/slide_A0B_D468C654.xml.rels><?xml version="1.0" encoding="UTF-8" standalone="yes"?>
<Relationships xmlns="http://schemas.openxmlformats.org/package/2006/relationships"><Relationship Id="rId3" Type="http://schemas.openxmlformats.org/officeDocument/2006/relationships/diagramData" Target="../diagrams/data_A0B_D468C654.xml"/><Relationship Id="rId7" Type="http://schemas.microsoft.com/office/2007/relationships/diagramDrawing" Target="../diagrams/drawing_A0B_D468C654.xml"/><Relationship Id="rId2" Type="http://schemas.openxmlformats.org/officeDocument/2006/relationships/notesSlide" Target="../notesSlides/notesSlide_A0B_D468C654.xml"/><Relationship Id="rId1" Type="http://schemas.openxmlformats.org/officeDocument/2006/relationships/slideLayout" Target="../slideLayouts/slideLayout_80000002_6578AF99.xml"/><Relationship Id="rId6" Type="http://schemas.openxmlformats.org/officeDocument/2006/relationships/diagramColors" Target="../diagrams/colors_A0B_D468C654.xml"/><Relationship Id="rId5" Type="http://schemas.openxmlformats.org/officeDocument/2006/relationships/diagramQuickStyle" Target="../diagrams/quickStyle_A0B_D468C654.xml"/><Relationship Id="rId4" Type="http://schemas.openxmlformats.org/officeDocument/2006/relationships/diagramLayout" Target="../diagrams/layout_A0B_D468C654.xml"/></Relationships>
</file>

<file path=ppt/slides/_rels/slide_A0C_8B716DCF.xml.rels><?xml version="1.0" encoding="UTF-8" standalone="yes"?>
<Relationships xmlns="http://schemas.openxmlformats.org/package/2006/relationships"><Relationship Id="rId3" Type="http://schemas.openxmlformats.org/officeDocument/2006/relationships/image" Target="../media/image_E5E4B31D.jpeg"/><Relationship Id="rId2" Type="http://schemas.openxmlformats.org/officeDocument/2006/relationships/notesSlide" Target="../notesSlides/notesSlide_A0C_8B716DCF.xml"/><Relationship Id="rId1" Type="http://schemas.openxmlformats.org/officeDocument/2006/relationships/slideLayout" Target="../slideLayouts/slideLayout_80000020_906DCF21.xml"/></Relationships>
</file>

<file path=ppt/slides/_rels/slide_A01_2B1D9647.xml.rels><?xml version="1.0" encoding="UTF-8" standalone="yes"?>
<Relationships xmlns="http://schemas.openxmlformats.org/package/2006/relationships"><Relationship Id="rId2" Type="http://schemas.openxmlformats.org/officeDocument/2006/relationships/notesSlide" Target="../notesSlides/notesSlide_A01_2B1D9647.xml"/><Relationship Id="rId1" Type="http://schemas.openxmlformats.org/officeDocument/2006/relationships/slideLayout" Target="../slideLayouts/slideLayout_80000007_1224224D.xml"/></Relationships>
</file>

<file path=ppt/slides/_rels/slide_A02_2FEF6A1A.xml.rels><?xml version="1.0" encoding="UTF-8" standalone="yes"?>
<Relationships xmlns="http://schemas.openxmlformats.org/package/2006/relationships"><Relationship Id="rId2" Type="http://schemas.openxmlformats.org/officeDocument/2006/relationships/notesSlide" Target="../notesSlides/notesSlide_A02_2FEF6A1A.xml"/><Relationship Id="rId1" Type="http://schemas.openxmlformats.org/officeDocument/2006/relationships/slideLayout" Target="../slideLayouts/slideLayout_8000000A_7BC5CB5.xml"/></Relationships>
</file>

<file path=ppt/slides/_rels/slide_A03_C7673186.xml.rels><?xml version="1.0" encoding="UTF-8" standalone="yes"?>
<Relationships xmlns="http://schemas.openxmlformats.org/package/2006/relationships"><Relationship Id="rId3" Type="http://schemas.openxmlformats.org/officeDocument/2006/relationships/image" Target="../media/image_EDD81E35.jpeg"/><Relationship Id="rId2" Type="http://schemas.openxmlformats.org/officeDocument/2006/relationships/notesSlide" Target="../notesSlides/notesSlide_A03_C7673186.xml"/><Relationship Id="rId1" Type="http://schemas.openxmlformats.org/officeDocument/2006/relationships/slideLayout" Target="../slideLayouts/slideLayout_80000020_906DCF21.xml"/></Relationships>
</file>

<file path=ppt/slides/_rels/slide_A04_E0E43A0F.xml.rels><?xml version="1.0" encoding="UTF-8" standalone="yes"?>
<Relationships xmlns="http://schemas.openxmlformats.org/package/2006/relationships"><Relationship Id="rId3" Type="http://schemas.openxmlformats.org/officeDocument/2006/relationships/image" Target="../media/image_405D8720.jpeg"/><Relationship Id="rId2" Type="http://schemas.openxmlformats.org/officeDocument/2006/relationships/notesSlide" Target="../notesSlides/notesSlide_A04_E0E43A0F.xml"/><Relationship Id="rId1" Type="http://schemas.openxmlformats.org/officeDocument/2006/relationships/slideLayout" Target="../slideLayouts/slideLayout_80000021_A234460A.xml"/></Relationships>
</file>

<file path=ppt/slides/_rels/slide_A05_511B9EEC.xml.rels><?xml version="1.0" encoding="UTF-8" standalone="yes"?>
<Relationships xmlns="http://schemas.openxmlformats.org/package/2006/relationships"><Relationship Id="rId3" Type="http://schemas.openxmlformats.org/officeDocument/2006/relationships/image" Target="../media/image_C0DFD7F9.jpeg"/><Relationship Id="rId2" Type="http://schemas.openxmlformats.org/officeDocument/2006/relationships/notesSlide" Target="../notesSlides/notesSlide_A05_511B9EEC.xml"/><Relationship Id="rId1" Type="http://schemas.openxmlformats.org/officeDocument/2006/relationships/slideLayout" Target="../slideLayouts/slideLayout_80000022_A2A9CEE0.xml"/></Relationships>
</file>

<file path=ppt/slides/_rels/slide_A06_23105925.xml.rels><?xml version="1.0" encoding="UTF-8" standalone="yes"?>
<Relationships xmlns="http://schemas.openxmlformats.org/package/2006/relationships"><Relationship Id="rId3" Type="http://schemas.openxmlformats.org/officeDocument/2006/relationships/image" Target="../media/image_10832D78.jpeg"/><Relationship Id="rId2" Type="http://schemas.openxmlformats.org/officeDocument/2006/relationships/notesSlide" Target="../notesSlides/notesSlide_A06_23105925.xml"/><Relationship Id="rId1" Type="http://schemas.openxmlformats.org/officeDocument/2006/relationships/slideLayout" Target="../slideLayouts/slideLayout_80000020_906DCF21.xml"/></Relationships>
</file>

<file path=ppt/slides/_rels/slide_A07_E0666723.xml.rels><?xml version="1.0" encoding="UTF-8" standalone="yes"?>
<Relationships xmlns="http://schemas.openxmlformats.org/package/2006/relationships"><Relationship Id="rId3" Type="http://schemas.openxmlformats.org/officeDocument/2006/relationships/image" Target="../media/image_71CED9BC.jpeg"/><Relationship Id="rId2" Type="http://schemas.openxmlformats.org/officeDocument/2006/relationships/notesSlide" Target="../notesSlides/notesSlide_A07_E0666723.xml"/><Relationship Id="rId1" Type="http://schemas.openxmlformats.org/officeDocument/2006/relationships/slideLayout" Target="../slideLayouts/slideLayout_8000002F_7BA91FA.xml"/></Relationships>
</file>

<file path=ppt/slides/_rels/slide_A08_5F268F38.xml.rels><?xml version="1.0" encoding="UTF-8" standalone="yes"?>
<Relationships xmlns="http://schemas.openxmlformats.org/package/2006/relationships"><Relationship Id="rId3" Type="http://schemas.openxmlformats.org/officeDocument/2006/relationships/image" Target="../media/image_D9AE3CCB.jpeg"/><Relationship Id="rId2" Type="http://schemas.openxmlformats.org/officeDocument/2006/relationships/notesSlide" Target="../notesSlides/notesSlide_A08_5F268F38.xml"/><Relationship Id="rId1" Type="http://schemas.openxmlformats.org/officeDocument/2006/relationships/slideLayout" Target="../slideLayouts/slideLayout_80000020_906DCF21.xml"/></Relationships>
</file>

<file path=ppt/slides/_rels/slide_A09_49EC85ED.xml.rels><?xml version="1.0" encoding="UTF-8" standalone="yes"?>
<Relationships xmlns="http://schemas.openxmlformats.org/package/2006/relationships"><Relationship Id="rId3" Type="http://schemas.openxmlformats.org/officeDocument/2006/relationships/image" Target="../media/image_3AD12377.jpeg"/><Relationship Id="rId2" Type="http://schemas.openxmlformats.org/officeDocument/2006/relationships/notesSlide" Target="../notesSlides/notesSlide_A09_49EC85ED.xml"/><Relationship Id="rId1" Type="http://schemas.openxmlformats.org/officeDocument/2006/relationships/slideLayout" Target="../slideLayouts/slideLayout_80000020_906DCF21.xml"/></Relationships>
</file>

<file path=ppt/slides/slide_A0A_B7099B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87BC4-D17E-2911-DDA7-D0AE4FBA9EE0}"/>
              </a:ext>
            </a:extLst>
          </p:cNvPr>
          <p:cNvSpPr>
            <a:spLocks noGrp="1"/>
          </p:cNvSpPr>
          <p:nvPr>
            <p:ph type="title"/>
          </p:nvPr>
        </p:nvSpPr>
        <p:spPr>
          <a:xfrm>
            <a:off x="612648" y="706802"/>
            <a:ext cx="4672584" cy="1269482"/>
          </a:xfrm>
        </p:spPr>
        <p:txBody>
          <a:bodyPr anchor="t">
            <a:normAutofit/>
          </a:bodyPr>
          <a:lstStyle/>
          <a:p>
            <a:r>
              <a:rPr lang="en-US"/>
              <a:t>Technical Architecture</a:t>
            </a:r>
          </a:p>
        </p:txBody>
      </p:sp>
      <p:pic>
        <p:nvPicPr>
          <p:cNvPr id="5" name="Content Placeholder 4" descr="Cloud Computing with Smartphone, Laptop, Desktop Computer and Tablet">
            <a:extLst>
              <a:ext uri="{FF2B5EF4-FFF2-40B4-BE49-F238E27FC236}">
                <a16:creationId xmlns:a16="http://schemas.microsoft.com/office/drawing/2014/main" id="{9CB135FB-D529-4006-9D58-17E66F286572}"/>
              </a:ext>
            </a:extLst>
          </p:cNvPr>
          <p:cNvPicPr>
            <a:picLocks noGrp="1" noChangeAspect="1"/>
          </p:cNvPicPr>
          <p:nvPr>
            <p:ph type="pic" sz="quarter" idx="13"/>
          </p:nvPr>
        </p:nvPicPr>
        <p:blipFill>
          <a:blip r:embed="rId3"/>
          <a:srcRect l="12800" r="10326" b="-2"/>
          <a:stretch>
            <a:fillRect/>
          </a:stretch>
        </p:blipFill>
        <p:spPr>
          <a:xfrm>
            <a:off x="720468" y="2173850"/>
            <a:ext cx="4564763" cy="3963682"/>
          </a:xfrm>
        </p:spPr>
      </p:pic>
      <p:sp>
        <p:nvSpPr>
          <p:cNvPr id="4" name="Content Placeholder 3">
            <a:extLst>
              <a:ext uri="{FF2B5EF4-FFF2-40B4-BE49-F238E27FC236}">
                <a16:creationId xmlns:a16="http://schemas.microsoft.com/office/drawing/2014/main" id="{2DEE20EA-5D74-C4A2-63A1-4520B9B9693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732155"/>
            <a:ext cx="5676838" cy="5405377"/>
          </a:xfrm>
        </p:spPr>
        <p:txBody>
          <a:bodyPr>
            <a:normAutofit/>
          </a:bodyPr>
          <a:lstStyle/>
          <a:p>
            <a:pPr marL="0" lvl="0" indent="0">
              <a:spcBef>
                <a:spcPts val="2500"/>
              </a:spcBef>
              <a:buFont typeface="Arial" panose="020B0604020202020204" pitchFamily="34" charset="0"/>
              <a:buNone/>
            </a:pPr>
            <a:r>
              <a:rPr lang="en-US" b="1"/>
              <a:t>Event-Driven Cloud Architecture</a:t>
            </a:r>
          </a:p>
          <a:p>
            <a:pPr marL="0" lvl="1" indent="0">
              <a:buFont typeface="Arial" panose="020B0604020202020204" pitchFamily="34" charset="0"/>
              <a:buNone/>
            </a:pPr>
            <a:r>
              <a:rPr lang="en-US"/>
              <a:t>The architecture is cloud-native and event-driven, enabling scalable and responsive system design.</a:t>
            </a:r>
          </a:p>
          <a:p>
            <a:pPr marL="0" lvl="0" indent="0">
              <a:spcBef>
                <a:spcPts val="2500"/>
              </a:spcBef>
              <a:buFont typeface="Arial" panose="020B0604020202020204" pitchFamily="34" charset="0"/>
              <a:buNone/>
            </a:pPr>
            <a:r>
              <a:rPr lang="en-US" b="1"/>
              <a:t>Streaming Platform Integration</a:t>
            </a:r>
          </a:p>
          <a:p>
            <a:pPr marL="0" lvl="1" indent="0">
              <a:buFont typeface="Arial" panose="020B0604020202020204" pitchFamily="34" charset="0"/>
              <a:buNone/>
            </a:pPr>
            <a:r>
              <a:rPr lang="en-US"/>
              <a:t>API Gateway routes events to streaming platforms like Kafka or Kinesis for real-time data processing.</a:t>
            </a:r>
          </a:p>
          <a:p>
            <a:pPr marL="0" lvl="0" indent="0">
              <a:spcBef>
                <a:spcPts val="2500"/>
              </a:spcBef>
              <a:buFont typeface="Arial" panose="020B0604020202020204" pitchFamily="34" charset="0"/>
              <a:buNone/>
            </a:pPr>
            <a:r>
              <a:rPr lang="en-US" b="1"/>
              <a:t>AI-Powered Processing</a:t>
            </a:r>
          </a:p>
          <a:p>
            <a:pPr marL="0" lvl="1" indent="0">
              <a:buFont typeface="Arial" panose="020B0604020202020204" pitchFamily="34" charset="0"/>
              <a:buNone/>
            </a:pPr>
            <a:r>
              <a:rPr lang="en-US"/>
              <a:t>AI services analyze receipt images and apply business rules for expiry prediction and notifications.</a:t>
            </a:r>
          </a:p>
          <a:p>
            <a:pPr marL="0" lvl="0" indent="0">
              <a:spcBef>
                <a:spcPts val="2500"/>
              </a:spcBef>
              <a:buFont typeface="Arial" panose="020B0604020202020204" pitchFamily="34" charset="0"/>
              <a:buNone/>
            </a:pPr>
            <a:r>
              <a:rPr lang="en-US" b="1"/>
              <a:t>Tiered Data Storage</a:t>
            </a:r>
          </a:p>
          <a:p>
            <a:pPr marL="0" lvl="1" indent="0">
              <a:buFont typeface="Arial" panose="020B0604020202020204" pitchFamily="34" charset="0"/>
              <a:buNone/>
            </a:pPr>
            <a:r>
              <a:rPr lang="en-US"/>
              <a:t>Data is stored in hot storage for active inventory and cold storage for historical analytics to optimize performance and costs.</a:t>
            </a:r>
          </a:p>
        </p:txBody>
      </p:sp>
    </p:spTree>
    <p:extLst>
      <p:ext uri="{BB962C8B-B14F-4D97-AF65-F5344CB8AC3E}">
        <p14:creationId xmlns:p14="http://schemas.microsoft.com/office/powerpoint/2010/main" val="30708600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B_D468C6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FA8A8-B28B-E342-E98C-2F5E759FA9F4}"/>
              </a:ext>
            </a:extLst>
          </p:cNvPr>
          <p:cNvSpPr>
            <a:spLocks noGrp="1"/>
          </p:cNvSpPr>
          <p:nvPr>
            <p:ph type="title"/>
          </p:nvPr>
        </p:nvSpPr>
        <p:spPr>
          <a:xfrm>
            <a:off x="612648" y="514649"/>
            <a:ext cx="10963655" cy="972373"/>
          </a:xfrm>
        </p:spPr>
        <p:txBody>
          <a:bodyPr anchor="b">
            <a:normAutofit/>
          </a:bodyPr>
          <a:lstStyle/>
          <a:p>
            <a:r>
              <a:rPr lang="en-US"/>
              <a:t>Privacy and Trust</a:t>
            </a:r>
          </a:p>
        </p:txBody>
      </p:sp>
      <p:graphicFrame>
        <p:nvGraphicFramePr>
          <p:cNvPr id="4" name="Content Placeholder 3">
            <a:extLst>
              <a:ext uri="{FF2B5EF4-FFF2-40B4-BE49-F238E27FC236}">
                <a16:creationId xmlns:a16="http://schemas.microsoft.com/office/drawing/2014/main" id="{3038F276-6013-4497-89A6-EA037E54D02C}"/>
              </a:ext>
            </a:extLst>
          </p:cNvPr>
          <p:cNvGraphicFramePr>
            <a:graphicFrameLocks noGrp="1"/>
          </p:cNvGraphicFramePr>
          <p:nvPr>
            <p:ph idx="1"/>
            <p:extLst>
              <p:ext uri="{D42A27DB-BD31-4B8C-83A1-F6EECF244321}">
                <p14:modId xmlns:p14="http://schemas.microsoft.com/office/powerpoint/2010/main" val="3487710834"/>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612647" y="1709862"/>
          <a:ext cx="10963656" cy="45137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63636308"/>
      </p:ext>
    </p:extLst>
  </p:cSld>
  <p:clrMapOvr>
    <a:masterClrMapping/>
  </p:clrMapOvr>
  <p:transition>
    <p:fade/>
  </p:transition>
</p:sld>
</file>

<file path=ppt/slides/slide_A0C_8B716DCF.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00736-8C84-21A4-E3CD-26592B5BF076}"/>
              </a:ext>
            </a:extLst>
          </p:cNvPr>
          <p:cNvSpPr>
            <a:spLocks noGrp="1"/>
          </p:cNvSpPr>
          <p:nvPr>
            <p:ph type="title"/>
          </p:nvPr>
        </p:nvSpPr>
        <p:spPr>
          <a:xfrm>
            <a:off x="4632168" y="474177"/>
            <a:ext cx="6950232" cy="932688"/>
          </a:xfrm>
        </p:spPr>
        <p:txBody>
          <a:bodyPr anchor="b">
            <a:normAutofit/>
          </a:bodyPr>
          <a:lstStyle/>
          <a:p>
            <a:r>
              <a:rPr lang="en-US"/>
              <a:t>Success Metrics</a:t>
            </a:r>
          </a:p>
        </p:txBody>
      </p:sp>
      <p:pic>
        <p:nvPicPr>
          <p:cNvPr id="5" name="Content Placeholder 4" descr="Table top image of food background with examples of good and bad carbohydrates (carbs). On one side there are food items rich in vitamins and healthy carbs found in fresh organic vegetables while on the other side are food items high in bad carbs high in sugar and bad for your health.">
            <a:extLst>
              <a:ext uri="{FF2B5EF4-FFF2-40B4-BE49-F238E27FC236}">
                <a16:creationId xmlns:a16="http://schemas.microsoft.com/office/drawing/2014/main" id="{1201E69F-CFA4-4BC5-A319-180C177FDB2A}"/>
              </a:ext>
            </a:extLst>
          </p:cNvPr>
          <p:cNvPicPr>
            <a:picLocks noGrp="1" noChangeAspect="1"/>
          </p:cNvPicPr>
          <p:nvPr>
            <p:ph type="pic" sz="quarter" idx="13"/>
          </p:nvPr>
        </p:nvPicPr>
        <p:blipFill>
          <a:blip r:embed="rId3"/>
          <a:srcRect l="23397" r="36709" b="-1"/>
          <a:stretch>
            <a:fillRect/>
          </a:stretch>
        </p:blipFill>
        <p:spPr>
          <a:xfrm>
            <a:off x="20" y="1"/>
            <a:ext cx="4023340" cy="6858000"/>
          </a:xfrm>
        </p:spPr>
      </p:pic>
      <p:sp>
        <p:nvSpPr>
          <p:cNvPr id="4" name="Content Placeholder 3">
            <a:extLst>
              <a:ext uri="{FF2B5EF4-FFF2-40B4-BE49-F238E27FC236}">
                <a16:creationId xmlns:a16="http://schemas.microsoft.com/office/drawing/2014/main" id="{94AEEA72-DDA0-31A7-A227-7ACC6E29B6D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32168" y="1627632"/>
            <a:ext cx="6950232" cy="4686224"/>
          </a:xfrm>
        </p:spPr>
        <p:txBody>
          <a:bodyPr>
            <a:normAutofit/>
          </a:bodyPr>
          <a:lstStyle/>
          <a:p>
            <a:pPr marL="0" lvl="0" indent="0">
              <a:spcBef>
                <a:spcPts val="2500"/>
              </a:spcBef>
              <a:buFont typeface="Arial" panose="020B0604020202020204" pitchFamily="34" charset="0"/>
              <a:buNone/>
            </a:pPr>
            <a:r>
              <a:rPr lang="en-US" b="1"/>
              <a:t>Food Waste Reduction</a:t>
            </a:r>
          </a:p>
          <a:p>
            <a:pPr marL="0" lvl="1" indent="0">
              <a:buFont typeface="Arial" panose="020B0604020202020204" pitchFamily="34" charset="0"/>
              <a:buNone/>
            </a:pPr>
            <a:r>
              <a:rPr lang="en-US"/>
              <a:t>Primary success metric is reducing food waste by using items before their expiry dates.</a:t>
            </a:r>
          </a:p>
          <a:p>
            <a:pPr marL="0" lvl="0" indent="0">
              <a:spcBef>
                <a:spcPts val="2500"/>
              </a:spcBef>
              <a:buFont typeface="Arial" panose="020B0604020202020204" pitchFamily="34" charset="0"/>
              <a:buNone/>
            </a:pPr>
            <a:r>
              <a:rPr lang="en-US" b="1"/>
              <a:t>User Engagement Metrics</a:t>
            </a:r>
          </a:p>
          <a:p>
            <a:pPr marL="0" lvl="1" indent="0">
              <a:buFont typeface="Arial" panose="020B0604020202020204" pitchFamily="34" charset="0"/>
              <a:buNone/>
            </a:pPr>
            <a:r>
              <a:rPr lang="en-US"/>
              <a:t>Weekly active users and feature usage frequency indicate how integrated the feature is in routines.</a:t>
            </a:r>
          </a:p>
          <a:p>
            <a:pPr marL="0" lvl="0" indent="0">
              <a:spcBef>
                <a:spcPts val="2500"/>
              </a:spcBef>
              <a:buFont typeface="Arial" panose="020B0604020202020204" pitchFamily="34" charset="0"/>
              <a:buNone/>
            </a:pPr>
            <a:r>
              <a:rPr lang="en-US" b="1"/>
              <a:t>Recipe Conversion Rates</a:t>
            </a:r>
          </a:p>
          <a:p>
            <a:pPr marL="0" lvl="1" indent="0">
              <a:buFont typeface="Arial" panose="020B0604020202020204" pitchFamily="34" charset="0"/>
              <a:buNone/>
            </a:pPr>
            <a:r>
              <a:rPr lang="en-US"/>
              <a:t>Measures how effectively insights lead users to prepare recipes, translating data into action.</a:t>
            </a:r>
          </a:p>
          <a:p>
            <a:pPr marL="0" lvl="0" indent="0">
              <a:spcBef>
                <a:spcPts val="2500"/>
              </a:spcBef>
              <a:buFont typeface="Arial" panose="020B0604020202020204" pitchFamily="34" charset="0"/>
              <a:buNone/>
            </a:pPr>
            <a:r>
              <a:rPr lang="en-US" b="1"/>
              <a:t>Retention Metrics</a:t>
            </a:r>
          </a:p>
          <a:p>
            <a:pPr marL="0" lvl="1" indent="0">
              <a:buFont typeface="Arial" panose="020B0604020202020204" pitchFamily="34" charset="0"/>
              <a:buNone/>
            </a:pPr>
            <a:r>
              <a:rPr lang="en-US"/>
              <a:t>30-day retention metrics assess the long-term value and continued use of the feature.</a:t>
            </a:r>
          </a:p>
        </p:txBody>
      </p:sp>
    </p:spTree>
    <p:extLst>
      <p:ext uri="{BB962C8B-B14F-4D97-AF65-F5344CB8AC3E}">
        <p14:creationId xmlns:p14="http://schemas.microsoft.com/office/powerpoint/2010/main" val="23394667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1_2B1D96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63DEB-B6C9-E1EB-2198-B6625F00F8AA}"/>
              </a:ext>
            </a:extLst>
          </p:cNvPr>
          <p:cNvSpPr>
            <a:spLocks noGrp="1"/>
          </p:cNvSpPr>
          <p:nvPr>
            <p:ph type="ctrTitle"/>
          </p:nvPr>
        </p:nvSpPr>
        <p:spPr>
          <a:xfrm>
            <a:off x="612647" y="1143000"/>
            <a:ext cx="8683753" cy="3095149"/>
          </a:xfrm>
        </p:spPr>
        <p:txBody>
          <a:bodyPr anchor="b">
            <a:normAutofit/>
          </a:bodyPr>
          <a:lstStyle/>
          <a:p>
            <a:r>
              <a:rPr lang="en-US"/>
              <a:t>AI-Powered Grocery Management Feature</a:t>
            </a:r>
          </a:p>
        </p:txBody>
      </p:sp>
      <p:sp>
        <p:nvSpPr>
          <p:cNvPr id="3" name="Subtitle 2">
            <a:extLst>
              <a:ext uri="{FF2B5EF4-FFF2-40B4-BE49-F238E27FC236}">
                <a16:creationId xmlns:a16="http://schemas.microsoft.com/office/drawing/2014/main" id="{C1A20DC8-D98B-A3BB-4B70-6CA26F11A7DA}"/>
              </a:ext>
            </a:extLst>
          </p:cNvPr>
          <p:cNvSpPr>
            <a:spLocks noGrp="1"/>
          </p:cNvSpPr>
          <p:nvPr>
            <p:ph type="subTitle" idx="1"/>
          </p:nvPr>
        </p:nvSpPr>
        <p:spPr>
          <a:xfrm>
            <a:off x="612647" y="4498848"/>
            <a:ext cx="6881457" cy="1014984"/>
          </a:xfrm>
        </p:spPr>
        <p:txBody>
          <a:bodyPr>
            <a:normAutofit/>
          </a:bodyPr>
          <a:lstStyle/>
          <a:p>
            <a:r>
              <a:rPr lang="en-US"/>
              <a:t>Innovative technology transforming grocery shopping efficiency</a:t>
            </a:r>
          </a:p>
        </p:txBody>
      </p:sp>
    </p:spTree>
    <p:extLst>
      <p:ext uri="{BB962C8B-B14F-4D97-AF65-F5344CB8AC3E}">
        <p14:creationId xmlns:p14="http://schemas.microsoft.com/office/powerpoint/2010/main" val="723359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_A02_2FEF6A1A.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1C040-2E39-17A3-6F26-AA7659929824}"/>
              </a:ext>
            </a:extLst>
          </p:cNvPr>
          <p:cNvSpPr>
            <a:spLocks noGrp="1"/>
          </p:cNvSpPr>
          <p:nvPr>
            <p:ph type="title"/>
          </p:nvPr>
        </p:nvSpPr>
        <p:spPr>
          <a:xfrm>
            <a:off x="111758" y="1869103"/>
            <a:ext cx="9337042" cy="4906929"/>
          </a:xfrm>
        </p:spPr>
        <p:txBody>
          <a:bodyPr anchor="b">
            <a:normAutofit/>
          </a:bodyPr>
          <a:lstStyle/>
          <a:p>
            <a:r>
              <a:rPr lang="en-US"/>
              <a:t>Product Strategy and Feature Overview</a:t>
            </a:r>
          </a:p>
        </p:txBody>
      </p:sp>
    </p:spTree>
    <p:extLst>
      <p:ext uri="{BB962C8B-B14F-4D97-AF65-F5344CB8AC3E}">
        <p14:creationId xmlns:p14="http://schemas.microsoft.com/office/powerpoint/2010/main" val="8042194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3_C7673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96A2F-C05B-A37A-EA5D-60E7BCC44EC3}"/>
              </a:ext>
            </a:extLst>
          </p:cNvPr>
          <p:cNvSpPr>
            <a:spLocks noGrp="1"/>
          </p:cNvSpPr>
          <p:nvPr>
            <p:ph type="title"/>
          </p:nvPr>
        </p:nvSpPr>
        <p:spPr>
          <a:xfrm>
            <a:off x="4632168" y="474177"/>
            <a:ext cx="6950232" cy="932688"/>
          </a:xfrm>
        </p:spPr>
        <p:txBody>
          <a:bodyPr anchor="b">
            <a:normAutofit/>
          </a:bodyPr>
          <a:lstStyle/>
          <a:p>
            <a:r>
              <a:rPr lang="en-US"/>
              <a:t>Product Vision</a:t>
            </a:r>
          </a:p>
        </p:txBody>
      </p:sp>
      <p:pic>
        <p:nvPicPr>
          <p:cNvPr id="5" name="Content Placeholder 4" descr="Close up photo of a smartphone in hand with the open application for recognizing vegetables and fruit. An unrecognizable woman is scanning bell pepper on the market with the phone app, which shows the nutritional value, health benefits, and meal recipes.">
            <a:extLst>
              <a:ext uri="{FF2B5EF4-FFF2-40B4-BE49-F238E27FC236}">
                <a16:creationId xmlns:a16="http://schemas.microsoft.com/office/drawing/2014/main" id="{35809907-4E79-4BA9-AB6D-76041FE08D70}"/>
              </a:ext>
            </a:extLst>
          </p:cNvPr>
          <p:cNvPicPr>
            <a:picLocks noGrp="1" noChangeAspect="1"/>
          </p:cNvPicPr>
          <p:nvPr>
            <p:ph type="pic" sz="quarter" idx="13"/>
          </p:nvPr>
        </p:nvPicPr>
        <p:blipFill>
          <a:blip r:embed="rId3"/>
          <a:srcRect l="26423" r="34417" b="-2"/>
          <a:stretch>
            <a:fillRect/>
          </a:stretch>
        </p:blipFill>
        <p:spPr>
          <a:xfrm>
            <a:off x="20" y="1"/>
            <a:ext cx="4023340" cy="6858000"/>
          </a:xfrm>
        </p:spPr>
      </p:pic>
      <p:sp>
        <p:nvSpPr>
          <p:cNvPr id="4" name="Content Placeholder 3">
            <a:extLst>
              <a:ext uri="{FF2B5EF4-FFF2-40B4-BE49-F238E27FC236}">
                <a16:creationId xmlns:a16="http://schemas.microsoft.com/office/drawing/2014/main" id="{EA6DF012-2ECB-86C5-DF9E-45734954B00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32168" y="1627632"/>
            <a:ext cx="6950232" cy="4686224"/>
          </a:xfrm>
        </p:spPr>
        <p:txBody>
          <a:bodyPr>
            <a:normAutofit/>
          </a:bodyPr>
          <a:lstStyle/>
          <a:p>
            <a:pPr marL="0" lvl="0" indent="0">
              <a:spcBef>
                <a:spcPts val="2500"/>
              </a:spcBef>
              <a:buFont typeface="Arial" panose="020B0604020202020204" pitchFamily="34" charset="0"/>
              <a:buNone/>
            </a:pPr>
            <a:r>
              <a:rPr lang="en-US" b="1"/>
              <a:t>Reducing Food Waste</a:t>
            </a:r>
          </a:p>
          <a:p>
            <a:pPr marL="0" lvl="1" indent="0">
              <a:buFont typeface="Arial" panose="020B0604020202020204" pitchFamily="34" charset="0"/>
              <a:buNone/>
            </a:pPr>
            <a:r>
              <a:rPr lang="en-US"/>
              <a:t>AI-powered features help users reduce household food waste by tracking items and predicting expiry dates.</a:t>
            </a:r>
          </a:p>
          <a:p>
            <a:pPr marL="0" lvl="0" indent="0">
              <a:spcBef>
                <a:spcPts val="2500"/>
              </a:spcBef>
              <a:buFont typeface="Arial" panose="020B0604020202020204" pitchFamily="34" charset="0"/>
              <a:buNone/>
            </a:pPr>
            <a:r>
              <a:rPr lang="en-US" b="1"/>
              <a:t>User Empowerment</a:t>
            </a:r>
          </a:p>
          <a:p>
            <a:pPr marL="0" lvl="1" indent="0">
              <a:buFont typeface="Arial" panose="020B0604020202020204" pitchFamily="34" charset="0"/>
              <a:buNone/>
            </a:pPr>
            <a:r>
              <a:rPr lang="en-US"/>
              <a:t>Users gain control and confidence through seamless management and personalized food recommendations.</a:t>
            </a:r>
          </a:p>
          <a:p>
            <a:pPr marL="0" lvl="0" indent="0">
              <a:spcBef>
                <a:spcPts val="2500"/>
              </a:spcBef>
              <a:buFont typeface="Arial" panose="020B0604020202020204" pitchFamily="34" charset="0"/>
              <a:buNone/>
            </a:pPr>
            <a:r>
              <a:rPr lang="en-US" b="1"/>
              <a:t>Sustainability Focus</a:t>
            </a:r>
          </a:p>
          <a:p>
            <a:pPr marL="0" lvl="1" indent="0">
              <a:buFont typeface="Arial" panose="020B0604020202020204" pitchFamily="34" charset="0"/>
              <a:buNone/>
            </a:pPr>
            <a:r>
              <a:rPr lang="en-US"/>
              <a:t>The product encourages responsible consumption, aligning with sustainability goals to reduce environmental impact.</a:t>
            </a:r>
          </a:p>
          <a:p>
            <a:pPr marL="0" lvl="0" indent="0">
              <a:spcBef>
                <a:spcPts val="2500"/>
              </a:spcBef>
              <a:buFont typeface="Arial" panose="020B0604020202020204" pitchFamily="34" charset="0"/>
              <a:buNone/>
            </a:pPr>
            <a:r>
              <a:rPr lang="en-US" b="1"/>
              <a:t>Long-Term Engagement</a:t>
            </a:r>
          </a:p>
          <a:p>
            <a:pPr marL="0" lvl="1" indent="0">
              <a:buFont typeface="Arial" panose="020B0604020202020204" pitchFamily="34" charset="0"/>
              <a:buNone/>
            </a:pPr>
            <a:r>
              <a:rPr lang="en-US"/>
              <a:t>The AI system evolves into a trusted personal assistant by learning user behavior over time.</a:t>
            </a:r>
          </a:p>
        </p:txBody>
      </p:sp>
    </p:spTree>
    <p:extLst>
      <p:ext uri="{BB962C8B-B14F-4D97-AF65-F5344CB8AC3E}">
        <p14:creationId xmlns:p14="http://schemas.microsoft.com/office/powerpoint/2010/main" val="33454288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4_E0E43A0F.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34394-A5AC-0135-C0BD-994B1526C910}"/>
              </a:ext>
            </a:extLst>
          </p:cNvPr>
          <p:cNvSpPr>
            <a:spLocks noGrp="1"/>
          </p:cNvSpPr>
          <p:nvPr>
            <p:ph type="title"/>
          </p:nvPr>
        </p:nvSpPr>
        <p:spPr>
          <a:xfrm>
            <a:off x="612647" y="475488"/>
            <a:ext cx="6858000" cy="932688"/>
          </a:xfrm>
        </p:spPr>
        <p:txBody>
          <a:bodyPr anchor="b">
            <a:normAutofit/>
          </a:bodyPr>
          <a:lstStyle/>
          <a:p>
            <a:r>
              <a:rPr lang="en-US"/>
              <a:t>Problem Statement</a:t>
            </a:r>
          </a:p>
        </p:txBody>
      </p:sp>
      <p:sp>
        <p:nvSpPr>
          <p:cNvPr id="4" name="Content Placeholder 3">
            <a:extLst>
              <a:ext uri="{FF2B5EF4-FFF2-40B4-BE49-F238E27FC236}">
                <a16:creationId xmlns:a16="http://schemas.microsoft.com/office/drawing/2014/main" id="{951F3098-917A-7706-659E-9E9EDFE88AA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lvl="0" indent="0">
              <a:spcBef>
                <a:spcPts val="2500"/>
              </a:spcBef>
              <a:buFont typeface="Arial" panose="020B0604020202020204" pitchFamily="34" charset="0"/>
              <a:buNone/>
            </a:pPr>
            <a:r>
              <a:rPr lang="en-US" b="1"/>
              <a:t>Grocery Management Challenges</a:t>
            </a:r>
          </a:p>
          <a:p>
            <a:pPr marL="0" lvl="1" indent="0">
              <a:buFont typeface="Arial" panose="020B0604020202020204" pitchFamily="34" charset="0"/>
              <a:buNone/>
            </a:pPr>
            <a:r>
              <a:rPr lang="en-US"/>
              <a:t>Users struggle with forgotten items, expired food, and repurchasing due to poor grocery visibility and lack of reminders.</a:t>
            </a:r>
          </a:p>
          <a:p>
            <a:pPr marL="0" lvl="0" indent="0">
              <a:spcBef>
                <a:spcPts val="2500"/>
              </a:spcBef>
              <a:buFont typeface="Arial" panose="020B0604020202020204" pitchFamily="34" charset="0"/>
              <a:buNone/>
            </a:pPr>
            <a:r>
              <a:rPr lang="en-US" b="1"/>
              <a:t>User Mental Overload</a:t>
            </a:r>
          </a:p>
          <a:p>
            <a:pPr marL="0" lvl="1" indent="0">
              <a:buFont typeface="Arial" panose="020B0604020202020204" pitchFamily="34" charset="0"/>
              <a:buNone/>
            </a:pPr>
            <a:r>
              <a:rPr lang="en-US"/>
              <a:t>Busy parents and students face time pressure and lack effective tools for food management and budgeting.</a:t>
            </a:r>
          </a:p>
          <a:p>
            <a:pPr marL="0" lvl="0" indent="0">
              <a:spcBef>
                <a:spcPts val="2500"/>
              </a:spcBef>
              <a:buFont typeface="Arial" panose="020B0604020202020204" pitchFamily="34" charset="0"/>
              <a:buNone/>
            </a:pPr>
            <a:r>
              <a:rPr lang="en-US" b="1"/>
              <a:t>Inefficient Existing Solutions</a:t>
            </a:r>
          </a:p>
          <a:p>
            <a:pPr marL="0" lvl="1" indent="0">
              <a:buFont typeface="Arial" panose="020B0604020202020204" pitchFamily="34" charset="0"/>
              <a:buNone/>
            </a:pPr>
            <a:r>
              <a:rPr lang="en-US"/>
              <a:t>Manual input and lack of automation in current solutions create friction and discourage consistent use.</a:t>
            </a:r>
          </a:p>
          <a:p>
            <a:pPr marL="0" lvl="0" indent="0">
              <a:spcBef>
                <a:spcPts val="2500"/>
              </a:spcBef>
              <a:buFont typeface="Arial" panose="020B0604020202020204" pitchFamily="34" charset="0"/>
              <a:buNone/>
            </a:pPr>
            <a:r>
              <a:rPr lang="en-US" b="1"/>
              <a:t>Need for Intelligent Automation</a:t>
            </a:r>
          </a:p>
          <a:p>
            <a:pPr marL="0" lvl="1" indent="0">
              <a:buFont typeface="Arial" panose="020B0604020202020204" pitchFamily="34" charset="0"/>
              <a:buNone/>
            </a:pPr>
            <a:r>
              <a:rPr lang="en-US"/>
              <a:t>Effective solutions require automation, intelligence, and contextual support integrated naturally into daily routines.</a:t>
            </a:r>
          </a:p>
        </p:txBody>
      </p:sp>
      <p:pic>
        <p:nvPicPr>
          <p:cNvPr id="5" name="Content Placeholder 4" descr="Person at the kitchen table">
            <a:extLst>
              <a:ext uri="{FF2B5EF4-FFF2-40B4-BE49-F238E27FC236}">
                <a16:creationId xmlns:a16="http://schemas.microsoft.com/office/drawing/2014/main" id="{8763D482-CBE9-4DB4-A13A-FC2B61BE1F30}"/>
              </a:ext>
            </a:extLst>
          </p:cNvPr>
          <p:cNvPicPr>
            <a:picLocks noGrp="1" noChangeAspect="1"/>
          </p:cNvPicPr>
          <p:nvPr>
            <p:ph type="pic" sz="quarter" idx="13"/>
          </p:nvPr>
        </p:nvPicPr>
        <p:blipFill>
          <a:blip r:embed="rId3"/>
          <a:srcRect l="43435" r="16656" b="-1"/>
          <a:stretch>
            <a:fillRect/>
          </a:stretch>
        </p:blipFill>
        <p:spPr>
          <a:xfrm>
            <a:off x="8091732" y="10"/>
            <a:ext cx="4100267" cy="6857990"/>
          </a:xfrm>
        </p:spPr>
      </p:pic>
    </p:spTree>
    <p:extLst>
      <p:ext uri="{BB962C8B-B14F-4D97-AF65-F5344CB8AC3E}">
        <p14:creationId xmlns:p14="http://schemas.microsoft.com/office/powerpoint/2010/main" val="37730534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5_511B9EEC.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11C43-2D6F-0DED-1B92-5DEF819AB997}"/>
              </a:ext>
            </a:extLst>
          </p:cNvPr>
          <p:cNvSpPr>
            <a:spLocks noGrp="1"/>
          </p:cNvSpPr>
          <p:nvPr>
            <p:ph type="title"/>
          </p:nvPr>
        </p:nvSpPr>
        <p:spPr>
          <a:xfrm>
            <a:off x="7094553" y="423332"/>
            <a:ext cx="4477512" cy="1328932"/>
          </a:xfrm>
        </p:spPr>
        <p:txBody>
          <a:bodyPr anchor="b">
            <a:normAutofit/>
          </a:bodyPr>
          <a:lstStyle/>
          <a:p>
            <a:r>
              <a:rPr lang="en-US"/>
              <a:t>Target Users</a:t>
            </a:r>
          </a:p>
        </p:txBody>
      </p:sp>
      <p:pic>
        <p:nvPicPr>
          <p:cNvPr id="5" name="Content Placeholder 4" descr="Beautiful  young couple enjoying in healthy breakfast and conversation">
            <a:extLst>
              <a:ext uri="{FF2B5EF4-FFF2-40B4-BE49-F238E27FC236}">
                <a16:creationId xmlns:a16="http://schemas.microsoft.com/office/drawing/2014/main" id="{96290521-7A91-4749-99BC-B073056281B3}"/>
              </a:ext>
            </a:extLst>
          </p:cNvPr>
          <p:cNvPicPr>
            <a:picLocks noGrp="1" noChangeAspect="1"/>
          </p:cNvPicPr>
          <p:nvPr>
            <p:ph type="pic" sz="quarter" idx="13"/>
          </p:nvPr>
        </p:nvPicPr>
        <p:blipFill>
          <a:blip r:embed="rId3"/>
          <a:srcRect l="13955" r="22854" b="-1"/>
          <a:stretch>
            <a:fillRect/>
          </a:stretch>
        </p:blipFill>
        <p:spPr>
          <a:xfrm>
            <a:off x="1" y="10"/>
            <a:ext cx="6492240" cy="6857990"/>
          </a:xfrm>
        </p:spPr>
      </p:pic>
      <p:sp>
        <p:nvSpPr>
          <p:cNvPr id="4" name="Content Placeholder 3">
            <a:extLst>
              <a:ext uri="{FF2B5EF4-FFF2-40B4-BE49-F238E27FC236}">
                <a16:creationId xmlns:a16="http://schemas.microsoft.com/office/drawing/2014/main" id="{21A5EA81-A3AF-9503-897B-D918E12C5F7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04889" y="1975104"/>
            <a:ext cx="4477512" cy="4282573"/>
          </a:xfrm>
        </p:spPr>
        <p:txBody>
          <a:bodyPr>
            <a:normAutofit/>
          </a:bodyPr>
          <a:lstStyle/>
          <a:p>
            <a:pPr marL="0" lvl="0" indent="0">
              <a:spcBef>
                <a:spcPts val="2500"/>
              </a:spcBef>
              <a:buFont typeface="Arial" panose="020B0604020202020204" pitchFamily="34" charset="0"/>
              <a:buNone/>
            </a:pPr>
            <a:r>
              <a:rPr lang="en-US" b="1"/>
              <a:t>Busy Parent Persona</a:t>
            </a:r>
          </a:p>
          <a:p>
            <a:pPr marL="0" lvl="1" indent="0">
              <a:buFont typeface="Arial" panose="020B0604020202020204" pitchFamily="34" charset="0"/>
              <a:buNone/>
            </a:pPr>
            <a:r>
              <a:rPr lang="en-US"/>
              <a:t>Busy parents need speed, automation, and reminders to avoid food waste while managing family budgets efficiently.</a:t>
            </a:r>
          </a:p>
          <a:p>
            <a:pPr marL="0" lvl="0" indent="0">
              <a:spcBef>
                <a:spcPts val="2500"/>
              </a:spcBef>
              <a:buFont typeface="Arial" panose="020B0604020202020204" pitchFamily="34" charset="0"/>
              <a:buNone/>
            </a:pPr>
            <a:r>
              <a:rPr lang="en-US" b="1"/>
              <a:t>Eco-Conscious Student Persona</a:t>
            </a:r>
          </a:p>
          <a:p>
            <a:pPr marL="0" lvl="1" indent="0">
              <a:buFont typeface="Arial" panose="020B0604020202020204" pitchFamily="34" charset="0"/>
              <a:buNone/>
            </a:pPr>
            <a:r>
              <a:rPr lang="en-US"/>
              <a:t>Eco-conscious students seek sustainability insights, flexible recipes, and feedback to minimize food waste and save money.</a:t>
            </a:r>
          </a:p>
          <a:p>
            <a:pPr marL="0" lvl="0" indent="0">
              <a:spcBef>
                <a:spcPts val="2500"/>
              </a:spcBef>
              <a:buFont typeface="Arial" panose="020B0604020202020204" pitchFamily="34" charset="0"/>
              <a:buNone/>
            </a:pPr>
            <a:r>
              <a:rPr lang="en-US" b="1"/>
              <a:t>Shared User Needs</a:t>
            </a:r>
          </a:p>
          <a:p>
            <a:pPr marL="0" lvl="1" indent="0">
              <a:buFont typeface="Arial" panose="020B0604020202020204" pitchFamily="34" charset="0"/>
              <a:buNone/>
            </a:pPr>
            <a:r>
              <a:rPr lang="en-US"/>
              <a:t>Both personas require clarity, low effort, and actionable guidance to effectively manage food planning and waste reduction.</a:t>
            </a:r>
          </a:p>
        </p:txBody>
      </p:sp>
    </p:spTree>
    <p:extLst>
      <p:ext uri="{BB962C8B-B14F-4D97-AF65-F5344CB8AC3E}">
        <p14:creationId xmlns:p14="http://schemas.microsoft.com/office/powerpoint/2010/main" val="13607646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6_231059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DB8E3-C955-9722-8DDC-49C5FF816C9C}"/>
              </a:ext>
            </a:extLst>
          </p:cNvPr>
          <p:cNvSpPr>
            <a:spLocks noGrp="1"/>
          </p:cNvSpPr>
          <p:nvPr>
            <p:ph type="title"/>
          </p:nvPr>
        </p:nvSpPr>
        <p:spPr>
          <a:xfrm>
            <a:off x="4632168" y="474177"/>
            <a:ext cx="6950232" cy="932688"/>
          </a:xfrm>
        </p:spPr>
        <p:txBody>
          <a:bodyPr anchor="b">
            <a:normAutofit/>
          </a:bodyPr>
          <a:lstStyle/>
          <a:p>
            <a:r>
              <a:rPr lang="en-US"/>
              <a:t>Solution Overview</a:t>
            </a:r>
          </a:p>
        </p:txBody>
      </p:sp>
      <p:pic>
        <p:nvPicPr>
          <p:cNvPr id="5" name="Content Placeholder 4" descr="Quick and easy payment method  mobile payment">
            <a:extLst>
              <a:ext uri="{FF2B5EF4-FFF2-40B4-BE49-F238E27FC236}">
                <a16:creationId xmlns:a16="http://schemas.microsoft.com/office/drawing/2014/main" id="{18E0CE3B-473C-455A-BD41-3858B597163F}"/>
              </a:ext>
            </a:extLst>
          </p:cNvPr>
          <p:cNvPicPr>
            <a:picLocks noGrp="1" noChangeAspect="1"/>
          </p:cNvPicPr>
          <p:nvPr>
            <p:ph type="pic" sz="quarter" idx="13"/>
          </p:nvPr>
        </p:nvPicPr>
        <p:blipFill>
          <a:blip r:embed="rId3"/>
          <a:srcRect l="29133" r="31706" b="-2"/>
          <a:stretch>
            <a:fillRect/>
          </a:stretch>
        </p:blipFill>
        <p:spPr>
          <a:xfrm>
            <a:off x="20" y="1"/>
            <a:ext cx="4023340" cy="6858000"/>
          </a:xfrm>
        </p:spPr>
      </p:pic>
      <p:sp>
        <p:nvSpPr>
          <p:cNvPr id="4" name="Content Placeholder 3">
            <a:extLst>
              <a:ext uri="{FF2B5EF4-FFF2-40B4-BE49-F238E27FC236}">
                <a16:creationId xmlns:a16="http://schemas.microsoft.com/office/drawing/2014/main" id="{5E0091B4-A718-417A-8845-9966E9C40A1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32168" y="1627632"/>
            <a:ext cx="6950232" cy="4686224"/>
          </a:xfrm>
        </p:spPr>
        <p:txBody>
          <a:bodyPr>
            <a:normAutofit/>
          </a:bodyPr>
          <a:lstStyle/>
          <a:p>
            <a:pPr marL="0" lvl="0" indent="0">
              <a:spcBef>
                <a:spcPts val="2500"/>
              </a:spcBef>
              <a:buFont typeface="Arial" panose="020B0604020202020204" pitchFamily="34" charset="0"/>
              <a:buNone/>
            </a:pPr>
            <a:r>
              <a:rPr lang="en-US" b="1"/>
              <a:t>Receipt Scanning</a:t>
            </a:r>
          </a:p>
          <a:p>
            <a:pPr marL="0" lvl="1" indent="0">
              <a:buFont typeface="Arial" panose="020B0604020202020204" pitchFamily="34" charset="0"/>
              <a:buNone/>
            </a:pPr>
            <a:r>
              <a:rPr lang="en-US"/>
              <a:t>Users scan grocery receipts to automatically extract purchased items and quantities, streamlining data entry.</a:t>
            </a:r>
          </a:p>
          <a:p>
            <a:pPr marL="0" lvl="0" indent="0">
              <a:spcBef>
                <a:spcPts val="2500"/>
              </a:spcBef>
              <a:buFont typeface="Arial" panose="020B0604020202020204" pitchFamily="34" charset="0"/>
              <a:buNone/>
            </a:pPr>
            <a:r>
              <a:rPr lang="en-US" b="1"/>
              <a:t>Inventory Management</a:t>
            </a:r>
          </a:p>
          <a:p>
            <a:pPr marL="0" lvl="1" indent="0">
              <a:buFont typeface="Arial" panose="020B0604020202020204" pitchFamily="34" charset="0"/>
              <a:buNone/>
            </a:pPr>
            <a:r>
              <a:rPr lang="en-US"/>
              <a:t>Extracted items are added to a digital inventory that estimates expiration dates using rules and machine learning.</a:t>
            </a:r>
          </a:p>
          <a:p>
            <a:pPr marL="0" lvl="0" indent="0">
              <a:spcBef>
                <a:spcPts val="2500"/>
              </a:spcBef>
              <a:buFont typeface="Arial" panose="020B0604020202020204" pitchFamily="34" charset="0"/>
              <a:buNone/>
            </a:pPr>
            <a:r>
              <a:rPr lang="en-US" b="1"/>
              <a:t>Recipe Recommendations</a:t>
            </a:r>
          </a:p>
          <a:p>
            <a:pPr marL="0" lvl="1" indent="0">
              <a:buFont typeface="Arial" panose="020B0604020202020204" pitchFamily="34" charset="0"/>
              <a:buNone/>
            </a:pPr>
            <a:r>
              <a:rPr lang="en-US"/>
              <a:t>The system suggests personalized recipes prioritizing expiring ingredients, considering user preferences and dietary needs.</a:t>
            </a:r>
          </a:p>
          <a:p>
            <a:pPr marL="0" lvl="0" indent="0">
              <a:spcBef>
                <a:spcPts val="2500"/>
              </a:spcBef>
              <a:buFont typeface="Arial" panose="020B0604020202020204" pitchFamily="34" charset="0"/>
              <a:buNone/>
            </a:pPr>
            <a:r>
              <a:rPr lang="en-US" b="1"/>
              <a:t>Incremental AI Integration</a:t>
            </a:r>
          </a:p>
          <a:p>
            <a:pPr marL="0" lvl="1" indent="0">
              <a:buFont typeface="Arial" panose="020B0604020202020204" pitchFamily="34" charset="0"/>
              <a:buNone/>
            </a:pPr>
            <a:r>
              <a:rPr lang="en-US"/>
              <a:t>The solution provides immediate MVP value while allowing advanced AI features to be added progressively.</a:t>
            </a:r>
          </a:p>
        </p:txBody>
      </p:sp>
    </p:spTree>
    <p:extLst>
      <p:ext uri="{BB962C8B-B14F-4D97-AF65-F5344CB8AC3E}">
        <p14:creationId xmlns:p14="http://schemas.microsoft.com/office/powerpoint/2010/main" val="5882739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7_E06667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2955C-B268-F33A-C288-6BFBCC3C91B4}"/>
              </a:ext>
            </a:extLst>
          </p:cNvPr>
          <p:cNvSpPr>
            <a:spLocks noGrp="1"/>
          </p:cNvSpPr>
          <p:nvPr>
            <p:ph type="title"/>
          </p:nvPr>
        </p:nvSpPr>
        <p:spPr>
          <a:xfrm>
            <a:off x="612648" y="706802"/>
            <a:ext cx="4672584" cy="1269482"/>
          </a:xfrm>
        </p:spPr>
        <p:txBody>
          <a:bodyPr anchor="t">
            <a:normAutofit/>
          </a:bodyPr>
          <a:lstStyle/>
          <a:p>
            <a:r>
              <a:rPr lang="en-US"/>
              <a:t>AI Receipt Scanning</a:t>
            </a:r>
          </a:p>
        </p:txBody>
      </p:sp>
      <p:pic>
        <p:nvPicPr>
          <p:cNvPr id="5" name="Content Placeholder 4" descr="close up shot of envelope">
            <a:extLst>
              <a:ext uri="{FF2B5EF4-FFF2-40B4-BE49-F238E27FC236}">
                <a16:creationId xmlns:a16="http://schemas.microsoft.com/office/drawing/2014/main" id="{AEF052FA-C5DE-49AC-A01C-072BA568036C}"/>
              </a:ext>
            </a:extLst>
          </p:cNvPr>
          <p:cNvPicPr>
            <a:picLocks noGrp="1" noChangeAspect="1"/>
          </p:cNvPicPr>
          <p:nvPr>
            <p:ph type="pic" sz="quarter" idx="13"/>
          </p:nvPr>
        </p:nvPicPr>
        <p:blipFill>
          <a:blip r:embed="rId3"/>
          <a:srcRect l="23416"/>
          <a:stretch>
            <a:fillRect/>
          </a:stretch>
        </p:blipFill>
        <p:spPr>
          <a:xfrm>
            <a:off x="720468" y="2173850"/>
            <a:ext cx="4564763" cy="3963682"/>
          </a:xfrm>
        </p:spPr>
      </p:pic>
      <p:sp>
        <p:nvSpPr>
          <p:cNvPr id="4" name="Content Placeholder 3">
            <a:extLst>
              <a:ext uri="{FF2B5EF4-FFF2-40B4-BE49-F238E27FC236}">
                <a16:creationId xmlns:a16="http://schemas.microsoft.com/office/drawing/2014/main" id="{305CB4A0-D3C6-E2E7-25C1-32F2A4FFAF2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732155"/>
            <a:ext cx="5676838" cy="5405377"/>
          </a:xfrm>
        </p:spPr>
        <p:txBody>
          <a:bodyPr>
            <a:normAutofit/>
          </a:bodyPr>
          <a:lstStyle/>
          <a:p>
            <a:pPr marL="0" lvl="0" indent="0">
              <a:spcBef>
                <a:spcPts val="2500"/>
              </a:spcBef>
              <a:buFont typeface="Arial" panose="020B0604020202020204" pitchFamily="34" charset="0"/>
              <a:buNone/>
            </a:pPr>
            <a:r>
              <a:rPr lang="en-US" b="1"/>
              <a:t>Automated Data Extraction</a:t>
            </a:r>
          </a:p>
          <a:p>
            <a:pPr marL="0" lvl="1" indent="0">
              <a:buFont typeface="Arial" panose="020B0604020202020204" pitchFamily="34" charset="0"/>
              <a:buNone/>
            </a:pPr>
            <a:r>
              <a:rPr lang="en-US"/>
              <a:t>OCR and NLP technologies extract item details from photographed receipts, removing manual entry.</a:t>
            </a:r>
          </a:p>
          <a:p>
            <a:pPr marL="0" lvl="0" indent="0">
              <a:spcBef>
                <a:spcPts val="2500"/>
              </a:spcBef>
              <a:buFont typeface="Arial" panose="020B0604020202020204" pitchFamily="34" charset="0"/>
              <a:buNone/>
            </a:pPr>
            <a:r>
              <a:rPr lang="en-US" b="1"/>
              <a:t>Human-in-the-Loop Design</a:t>
            </a:r>
          </a:p>
          <a:p>
            <a:pPr marL="0" lvl="1" indent="0">
              <a:buFont typeface="Arial" panose="020B0604020202020204" pitchFamily="34" charset="0"/>
              <a:buNone/>
            </a:pPr>
            <a:r>
              <a:rPr lang="en-US"/>
              <a:t>Users can review and correct extracted data, enhancing accuracy and training AI models.</a:t>
            </a:r>
          </a:p>
          <a:p>
            <a:pPr marL="0" lvl="0" indent="0">
              <a:spcBef>
                <a:spcPts val="2500"/>
              </a:spcBef>
              <a:buFont typeface="Arial" panose="020B0604020202020204" pitchFamily="34" charset="0"/>
              <a:buNone/>
            </a:pPr>
            <a:r>
              <a:rPr lang="en-US" b="1"/>
              <a:t>Building Trust and Value</a:t>
            </a:r>
          </a:p>
          <a:p>
            <a:pPr marL="0" lvl="1" indent="0">
              <a:buFont typeface="Arial" panose="020B0604020202020204" pitchFamily="34" charset="0"/>
              <a:buNone/>
            </a:pPr>
            <a:r>
              <a:rPr lang="en-US"/>
              <a:t>Quick, clear scanning results establish user trust and demonstrate value instantly.</a:t>
            </a:r>
          </a:p>
          <a:p>
            <a:pPr marL="0" lvl="0" indent="0">
              <a:spcBef>
                <a:spcPts val="2500"/>
              </a:spcBef>
              <a:buFont typeface="Arial" panose="020B0604020202020204" pitchFamily="34" charset="0"/>
              <a:buNone/>
            </a:pPr>
            <a:r>
              <a:rPr lang="en-US" b="1"/>
              <a:t>Data-Driven Features</a:t>
            </a:r>
          </a:p>
          <a:p>
            <a:pPr marL="0" lvl="1" indent="0">
              <a:buFont typeface="Arial" panose="020B0604020202020204" pitchFamily="34" charset="0"/>
              <a:buNone/>
            </a:pPr>
            <a:r>
              <a:rPr lang="en-US"/>
              <a:t>Accumulated receipt data supports advanced features like expiry prediction and personalized advice.</a:t>
            </a:r>
          </a:p>
        </p:txBody>
      </p:sp>
    </p:spTree>
    <p:extLst>
      <p:ext uri="{BB962C8B-B14F-4D97-AF65-F5344CB8AC3E}">
        <p14:creationId xmlns:p14="http://schemas.microsoft.com/office/powerpoint/2010/main" val="37648074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8_5F268F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1246E-59F5-33E4-CB10-F8B1E343E627}"/>
              </a:ext>
            </a:extLst>
          </p:cNvPr>
          <p:cNvSpPr>
            <a:spLocks noGrp="1"/>
          </p:cNvSpPr>
          <p:nvPr>
            <p:ph type="title"/>
          </p:nvPr>
        </p:nvSpPr>
        <p:spPr>
          <a:xfrm>
            <a:off x="4632168" y="474177"/>
            <a:ext cx="6950232" cy="932688"/>
          </a:xfrm>
        </p:spPr>
        <p:txBody>
          <a:bodyPr anchor="b">
            <a:normAutofit/>
          </a:bodyPr>
          <a:lstStyle/>
          <a:p>
            <a:r>
              <a:rPr lang="en-US"/>
              <a:t>Smart Inventory Dashboard</a:t>
            </a:r>
          </a:p>
        </p:txBody>
      </p:sp>
      <p:pic>
        <p:nvPicPr>
          <p:cNvPr id="5" name="Content Placeholder 4" descr="Close up photo of a smartphone in hand with the open application for recognizing vegetables and fruit. An unrecognizable woman is scanning bell pepper on the market with the phone app, which shows the nutritional value, health benefits, and meal recipes.">
            <a:extLst>
              <a:ext uri="{FF2B5EF4-FFF2-40B4-BE49-F238E27FC236}">
                <a16:creationId xmlns:a16="http://schemas.microsoft.com/office/drawing/2014/main" id="{D9221FEB-260F-42CE-89ED-EEE24337B0EF}"/>
              </a:ext>
            </a:extLst>
          </p:cNvPr>
          <p:cNvPicPr>
            <a:picLocks noGrp="1" noChangeAspect="1"/>
          </p:cNvPicPr>
          <p:nvPr>
            <p:ph type="pic" sz="quarter" idx="13"/>
          </p:nvPr>
        </p:nvPicPr>
        <p:blipFill>
          <a:blip r:embed="rId3"/>
          <a:srcRect l="18271" r="42569" b="-2"/>
          <a:stretch>
            <a:fillRect/>
          </a:stretch>
        </p:blipFill>
        <p:spPr>
          <a:xfrm>
            <a:off x="20" y="1"/>
            <a:ext cx="4023340" cy="6858000"/>
          </a:xfrm>
        </p:spPr>
      </p:pic>
      <p:sp>
        <p:nvSpPr>
          <p:cNvPr id="4" name="Content Placeholder 3">
            <a:extLst>
              <a:ext uri="{FF2B5EF4-FFF2-40B4-BE49-F238E27FC236}">
                <a16:creationId xmlns:a16="http://schemas.microsoft.com/office/drawing/2014/main" id="{3B7D99A0-7349-87A6-4B19-93B7CA35709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32168" y="1627632"/>
            <a:ext cx="6950232" cy="4686224"/>
          </a:xfrm>
        </p:spPr>
        <p:txBody>
          <a:bodyPr>
            <a:normAutofit/>
          </a:bodyPr>
          <a:lstStyle/>
          <a:p>
            <a:pPr marL="0" lvl="0" indent="0">
              <a:spcBef>
                <a:spcPts val="2500"/>
              </a:spcBef>
              <a:buFont typeface="Arial" panose="020B0604020202020204" pitchFamily="34" charset="0"/>
              <a:buNone/>
            </a:pPr>
            <a:r>
              <a:rPr lang="en-US" b="1"/>
              <a:t>Visual Expiration Indicators</a:t>
            </a:r>
          </a:p>
          <a:p>
            <a:pPr marL="0" lvl="1" indent="0">
              <a:buFont typeface="Arial" panose="020B0604020202020204" pitchFamily="34" charset="0"/>
              <a:buNone/>
            </a:pPr>
            <a:r>
              <a:rPr lang="en-US"/>
              <a:t>Color coding clearly shows expiration status, helping users quickly identify items that need attention.</a:t>
            </a:r>
          </a:p>
          <a:p>
            <a:pPr marL="0" lvl="0" indent="0">
              <a:spcBef>
                <a:spcPts val="2500"/>
              </a:spcBef>
              <a:buFont typeface="Arial" panose="020B0604020202020204" pitchFamily="34" charset="0"/>
              <a:buNone/>
            </a:pPr>
            <a:r>
              <a:rPr lang="en-US" b="1"/>
              <a:t>Quick Interaction Features</a:t>
            </a:r>
          </a:p>
          <a:p>
            <a:pPr marL="0" lvl="1" indent="0">
              <a:buFont typeface="Arial" panose="020B0604020202020204" pitchFamily="34" charset="0"/>
              <a:buNone/>
            </a:pPr>
            <a:r>
              <a:rPr lang="en-US"/>
              <a:t>Users can easily mark items as used or discarded, ensuring inventory stays accurate with minimal effort.</a:t>
            </a:r>
          </a:p>
          <a:p>
            <a:pPr marL="0" lvl="0" indent="0">
              <a:spcBef>
                <a:spcPts val="2500"/>
              </a:spcBef>
              <a:buFont typeface="Arial" panose="020B0604020202020204" pitchFamily="34" charset="0"/>
              <a:buNone/>
            </a:pPr>
            <a:r>
              <a:rPr lang="en-US" b="1"/>
              <a:t>Filtering and Search Options</a:t>
            </a:r>
          </a:p>
          <a:p>
            <a:pPr marL="0" lvl="1" indent="0">
              <a:buFont typeface="Arial" panose="020B0604020202020204" pitchFamily="34" charset="0"/>
              <a:buNone/>
            </a:pPr>
            <a:r>
              <a:rPr lang="en-US"/>
              <a:t>Filters and search functions allow users to focus on specific categories or expiration time frames.</a:t>
            </a:r>
          </a:p>
          <a:p>
            <a:pPr marL="0" lvl="0" indent="0">
              <a:spcBef>
                <a:spcPts val="2500"/>
              </a:spcBef>
              <a:buFont typeface="Arial" panose="020B0604020202020204" pitchFamily="34" charset="0"/>
              <a:buNone/>
            </a:pPr>
            <a:r>
              <a:rPr lang="en-US" b="1"/>
              <a:t>Supporting Waste Reduction</a:t>
            </a:r>
          </a:p>
          <a:p>
            <a:pPr marL="0" lvl="1" indent="0">
              <a:buFont typeface="Arial" panose="020B0604020202020204" pitchFamily="34" charset="0"/>
              <a:buNone/>
            </a:pPr>
            <a:r>
              <a:rPr lang="en-US"/>
              <a:t>The dashboard transforms data into actionable insights that help reduce food waste effectively.</a:t>
            </a:r>
          </a:p>
        </p:txBody>
      </p:sp>
    </p:spTree>
    <p:extLst>
      <p:ext uri="{BB962C8B-B14F-4D97-AF65-F5344CB8AC3E}">
        <p14:creationId xmlns:p14="http://schemas.microsoft.com/office/powerpoint/2010/main" val="15963625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9_49EC85ED.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0FDB-D42C-BE84-E26A-0C1039063ED9}"/>
              </a:ext>
            </a:extLst>
          </p:cNvPr>
          <p:cNvSpPr>
            <a:spLocks noGrp="1"/>
          </p:cNvSpPr>
          <p:nvPr>
            <p:ph type="title"/>
          </p:nvPr>
        </p:nvSpPr>
        <p:spPr>
          <a:xfrm>
            <a:off x="4632168" y="474177"/>
            <a:ext cx="6950232" cy="932688"/>
          </a:xfrm>
        </p:spPr>
        <p:txBody>
          <a:bodyPr anchor="b">
            <a:normAutofit/>
          </a:bodyPr>
          <a:lstStyle/>
          <a:p>
            <a:r>
              <a:rPr lang="en-US"/>
              <a:t>Recipe Recommendations</a:t>
            </a:r>
          </a:p>
        </p:txBody>
      </p:sp>
      <p:pic>
        <p:nvPicPr>
          <p:cNvPr id="5" name="Content Placeholder 4" descr="Female hands holding a green apple and a mobile phone showing fast food delivering screen">
            <a:extLst>
              <a:ext uri="{FF2B5EF4-FFF2-40B4-BE49-F238E27FC236}">
                <a16:creationId xmlns:a16="http://schemas.microsoft.com/office/drawing/2014/main" id="{0B52D6A2-DC9A-4F0D-93D3-00BE2A665490}"/>
              </a:ext>
            </a:extLst>
          </p:cNvPr>
          <p:cNvPicPr>
            <a:picLocks noGrp="1" noChangeAspect="1"/>
          </p:cNvPicPr>
          <p:nvPr>
            <p:ph type="pic" sz="quarter" idx="13"/>
          </p:nvPr>
        </p:nvPicPr>
        <p:blipFill>
          <a:blip r:embed="rId3"/>
          <a:srcRect l="31556" r="29283" b="-2"/>
          <a:stretch>
            <a:fillRect/>
          </a:stretch>
        </p:blipFill>
        <p:spPr>
          <a:xfrm>
            <a:off x="20" y="1"/>
            <a:ext cx="4023340" cy="6858000"/>
          </a:xfrm>
        </p:spPr>
      </p:pic>
      <p:sp>
        <p:nvSpPr>
          <p:cNvPr id="4" name="Content Placeholder 3">
            <a:extLst>
              <a:ext uri="{FF2B5EF4-FFF2-40B4-BE49-F238E27FC236}">
                <a16:creationId xmlns:a16="http://schemas.microsoft.com/office/drawing/2014/main" id="{3C632F2D-293F-1E2E-3E75-3F7375CA96D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32168" y="1627632"/>
            <a:ext cx="6950232" cy="4686224"/>
          </a:xfrm>
        </p:spPr>
        <p:txBody>
          <a:bodyPr>
            <a:normAutofit/>
          </a:bodyPr>
          <a:lstStyle/>
          <a:p>
            <a:pPr marL="0" lvl="0" indent="0">
              <a:spcBef>
                <a:spcPts val="2500"/>
              </a:spcBef>
              <a:buFont typeface="Arial" panose="020B0604020202020204" pitchFamily="34" charset="0"/>
              <a:buNone/>
            </a:pPr>
            <a:r>
              <a:rPr lang="en-US" b="1"/>
              <a:t>Transforming Awareness to Action</a:t>
            </a:r>
          </a:p>
          <a:p>
            <a:pPr marL="0" lvl="1" indent="0">
              <a:buFont typeface="Arial" panose="020B0604020202020204" pitchFamily="34" charset="0"/>
              <a:buNone/>
            </a:pPr>
            <a:r>
              <a:rPr lang="en-US"/>
              <a:t>Recipe recommendations help users act on expiring ingredients by offering concrete cooking suggestions.</a:t>
            </a:r>
          </a:p>
          <a:p>
            <a:pPr marL="0" lvl="0" indent="0">
              <a:spcBef>
                <a:spcPts val="2500"/>
              </a:spcBef>
              <a:buFont typeface="Arial" panose="020B0604020202020204" pitchFamily="34" charset="0"/>
              <a:buNone/>
            </a:pPr>
            <a:r>
              <a:rPr lang="en-US" b="1"/>
              <a:t>Personalization Factors</a:t>
            </a:r>
          </a:p>
          <a:p>
            <a:pPr marL="0" lvl="1" indent="0">
              <a:buFont typeface="Arial" panose="020B0604020202020204" pitchFamily="34" charset="0"/>
              <a:buNone/>
            </a:pPr>
            <a:r>
              <a:rPr lang="en-US"/>
              <a:t>Recipes are prioritized based on expiring items, user preferences, dietary needs, and budget constraints.</a:t>
            </a:r>
          </a:p>
          <a:p>
            <a:pPr marL="0" lvl="0" indent="0">
              <a:spcBef>
                <a:spcPts val="2500"/>
              </a:spcBef>
              <a:buFont typeface="Arial" panose="020B0604020202020204" pitchFamily="34" charset="0"/>
              <a:buNone/>
            </a:pPr>
            <a:r>
              <a:rPr lang="en-US" b="1"/>
              <a:t>Engagement and Refinement</a:t>
            </a:r>
          </a:p>
          <a:p>
            <a:pPr marL="0" lvl="1" indent="0">
              <a:buFont typeface="Arial" panose="020B0604020202020204" pitchFamily="34" charset="0"/>
              <a:buNone/>
            </a:pPr>
            <a:r>
              <a:rPr lang="en-US"/>
              <a:t>User engagement data refines recommendations to improve personalization over time.</a:t>
            </a:r>
          </a:p>
          <a:p>
            <a:pPr marL="0" lvl="0" indent="0">
              <a:spcBef>
                <a:spcPts val="2500"/>
              </a:spcBef>
              <a:buFont typeface="Arial" panose="020B0604020202020204" pitchFamily="34" charset="0"/>
              <a:buNone/>
            </a:pPr>
            <a:r>
              <a:rPr lang="en-US" b="1"/>
              <a:t>Delightful User Experience</a:t>
            </a:r>
          </a:p>
          <a:p>
            <a:pPr marL="0" lvl="1" indent="0">
              <a:buFont typeface="Arial" panose="020B0604020202020204" pitchFamily="34" charset="0"/>
              <a:buNone/>
            </a:pPr>
            <a:r>
              <a:rPr lang="en-US"/>
              <a:t>Recipe feature adds discovery and support, reducing friction between intention and behavior.</a:t>
            </a:r>
          </a:p>
        </p:txBody>
      </p:sp>
    </p:spTree>
    <p:extLst>
      <p:ext uri="{BB962C8B-B14F-4D97-AF65-F5344CB8AC3E}">
        <p14:creationId xmlns:p14="http://schemas.microsoft.com/office/powerpoint/2010/main" val="12402375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Override_8000002C_71A60BA5.xml><?xml version="1.0" encoding="utf-8"?>
<a:themeOverride xmlns:a="http://schemas.openxmlformats.org/drawingml/2006/main">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themeOverride>
</file>

<file path=ppt/theme/theme_0_994AF97D.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_80000000_BD758D25.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_win32_v4" id="{36600640-D8E1-4357-AFEE-600C1C5161DD}" vid="{8FF2FB97-BFAE-4CE3-9E91-3EFC0FA5E1A9}"/>
    </a:ext>
  </a:extLst>
</a:theme>
</file>

<file path=docProps/core.xml><?xml version="1.0" encoding="utf-8"?>
<cp:coreProperties xmlns:cp="http://schemas.openxmlformats.org/package/2006/metadata/core-properties" xmlns:dc="http://purl.org/dc/elements/1.1/" xmlns:dcterms="http://purl.org/dc/terms/" xmlns:xsi="http://www.w3.org/2001/XMLSchema-instance">
  <dc:creator>25208400@live.harper.ac.uk</dc:creator>
  <cp:lastModifiedBy>25208400@live.harper.ac.uk</cp:lastModifiedBy>
</cp:coreProperties>
</file>